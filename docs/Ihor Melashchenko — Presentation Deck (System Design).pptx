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0" r:id="rId3"/>
    <p:sldId id="263" r:id="rId4"/>
    <p:sldId id="264" r:id="rId5"/>
    <p:sldId id="261" r:id="rId6"/>
    <p:sldId id="259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752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A5C281-0921-F441-9008-020DFD91A600}" v="302" dt="2026-01-26T15:30:27.0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55"/>
    <p:restoredTop sz="89683"/>
  </p:normalViewPr>
  <p:slideViewPr>
    <p:cSldViewPr snapToGrid="0">
      <p:cViewPr varScale="1">
        <p:scale>
          <a:sx n="107" d="100"/>
          <a:sy n="107" d="100"/>
        </p:scale>
        <p:origin x="3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(Student  C00290950) Ihor Melashchenko" userId="af8c1d4a-647d-4f41-a1fe-c9ec24e6bc8e" providerId="ADAL" clId="{D64AD54D-5664-5F07-AFB1-54E630582E64}"/>
    <pc:docChg chg="undo redo custSel addSld delSld modSld sldOrd modMainMaster">
      <pc:chgData name="(Student  C00290950) Ihor Melashchenko" userId="af8c1d4a-647d-4f41-a1fe-c9ec24e6bc8e" providerId="ADAL" clId="{D64AD54D-5664-5F07-AFB1-54E630582E64}" dt="2026-01-26T15:29:53.301" v="11338" actId="20577"/>
      <pc:docMkLst>
        <pc:docMk/>
      </pc:docMkLst>
      <pc:sldChg chg="addSp delSp modSp mod modTransition setBg modNotesTx">
        <pc:chgData name="(Student  C00290950) Ihor Melashchenko" userId="af8c1d4a-647d-4f41-a1fe-c9ec24e6bc8e" providerId="ADAL" clId="{D64AD54D-5664-5F07-AFB1-54E630582E64}" dt="2026-01-26T10:02:31.718" v="11315" actId="1076"/>
        <pc:sldMkLst>
          <pc:docMk/>
          <pc:sldMk cId="1628455586" sldId="256"/>
        </pc:sldMkLst>
        <pc:spChg chg="mod">
          <ac:chgData name="(Student  C00290950) Ihor Melashchenko" userId="af8c1d4a-647d-4f41-a1fe-c9ec24e6bc8e" providerId="ADAL" clId="{D64AD54D-5664-5F07-AFB1-54E630582E64}" dt="2026-01-25T13:49:00.565" v="6247" actId="255"/>
          <ac:spMkLst>
            <pc:docMk/>
            <pc:sldMk cId="1628455586" sldId="256"/>
            <ac:spMk id="2" creationId="{9BC7ED22-634D-FDF3-3598-511CA8F966B1}"/>
          </ac:spMkLst>
        </pc:spChg>
        <pc:picChg chg="add mod">
          <ac:chgData name="(Student  C00290950) Ihor Melashchenko" userId="af8c1d4a-647d-4f41-a1fe-c9ec24e6bc8e" providerId="ADAL" clId="{D64AD54D-5664-5F07-AFB1-54E630582E64}" dt="2026-01-26T10:02:31.718" v="11315" actId="1076"/>
          <ac:picMkLst>
            <pc:docMk/>
            <pc:sldMk cId="1628455586" sldId="256"/>
            <ac:picMk id="4" creationId="{C89F139C-E317-50CD-44FF-15AD93BBBA8B}"/>
          </ac:picMkLst>
        </pc:picChg>
      </pc:sldChg>
      <pc:sldChg chg="del">
        <pc:chgData name="(Student  C00290950) Ihor Melashchenko" userId="af8c1d4a-647d-4f41-a1fe-c9ec24e6bc8e" providerId="ADAL" clId="{D64AD54D-5664-5F07-AFB1-54E630582E64}" dt="2026-01-25T16:09:27.151" v="6476" actId="2696"/>
        <pc:sldMkLst>
          <pc:docMk/>
          <pc:sldMk cId="3338781517" sldId="257"/>
        </pc:sldMkLst>
      </pc:sldChg>
      <pc:sldChg chg="del">
        <pc:chgData name="(Student  C00290950) Ihor Melashchenko" userId="af8c1d4a-647d-4f41-a1fe-c9ec24e6bc8e" providerId="ADAL" clId="{D64AD54D-5664-5F07-AFB1-54E630582E64}" dt="2026-01-25T16:09:56.472" v="6477" actId="2696"/>
        <pc:sldMkLst>
          <pc:docMk/>
          <pc:sldMk cId="3967427430" sldId="258"/>
        </pc:sldMkLst>
      </pc:sldChg>
      <pc:sldChg chg="delSp modSp mod ord modAnim modNotesTx">
        <pc:chgData name="(Student  C00290950) Ihor Melashchenko" userId="af8c1d4a-647d-4f41-a1fe-c9ec24e6bc8e" providerId="ADAL" clId="{D64AD54D-5664-5F07-AFB1-54E630582E64}" dt="2026-01-26T15:29:53.301" v="11338" actId="20577"/>
        <pc:sldMkLst>
          <pc:docMk/>
          <pc:sldMk cId="3064324184" sldId="259"/>
        </pc:sldMkLst>
        <pc:spChg chg="mod">
          <ac:chgData name="(Student  C00290950) Ihor Melashchenko" userId="af8c1d4a-647d-4f41-a1fe-c9ec24e6bc8e" providerId="ADAL" clId="{D64AD54D-5664-5F07-AFB1-54E630582E64}" dt="2026-01-25T15:48:18.450" v="6447"/>
          <ac:spMkLst>
            <pc:docMk/>
            <pc:sldMk cId="3064324184" sldId="259"/>
            <ac:spMk id="2" creationId="{AB3FE9F8-2CC4-7275-F8A6-D90E2453770E}"/>
          </ac:spMkLst>
        </pc:spChg>
        <pc:spChg chg="mod">
          <ac:chgData name="(Student  C00290950) Ihor Melashchenko" userId="af8c1d4a-647d-4f41-a1fe-c9ec24e6bc8e" providerId="ADAL" clId="{D64AD54D-5664-5F07-AFB1-54E630582E64}" dt="2026-01-25T16:48:58.829" v="6728" actId="255"/>
          <ac:spMkLst>
            <pc:docMk/>
            <pc:sldMk cId="3064324184" sldId="259"/>
            <ac:spMk id="3" creationId="{7A0127ED-3F5F-D417-838C-04DDCFF71AD5}"/>
          </ac:spMkLst>
        </pc:spChg>
        <pc:picChg chg="del">
          <ac:chgData name="(Student  C00290950) Ihor Melashchenko" userId="af8c1d4a-647d-4f41-a1fe-c9ec24e6bc8e" providerId="ADAL" clId="{D64AD54D-5664-5F07-AFB1-54E630582E64}" dt="2026-01-25T15:48:23.303" v="6449" actId="478"/>
          <ac:picMkLst>
            <pc:docMk/>
            <pc:sldMk cId="3064324184" sldId="259"/>
            <ac:picMk id="5" creationId="{569BF4A4-2321-F8B3-6CAC-F5DF4C6B1FCA}"/>
          </ac:picMkLst>
        </pc:picChg>
        <pc:picChg chg="del">
          <ac:chgData name="(Student  C00290950) Ihor Melashchenko" userId="af8c1d4a-647d-4f41-a1fe-c9ec24e6bc8e" providerId="ADAL" clId="{D64AD54D-5664-5F07-AFB1-54E630582E64}" dt="2026-01-25T15:48:22.357" v="6448" actId="478"/>
          <ac:picMkLst>
            <pc:docMk/>
            <pc:sldMk cId="3064324184" sldId="259"/>
            <ac:picMk id="7" creationId="{1D661067-8CFF-B6ED-F5DE-E32BA04FCAC5}"/>
          </ac:picMkLst>
        </pc:picChg>
        <pc:picChg chg="del">
          <ac:chgData name="(Student  C00290950) Ihor Melashchenko" userId="af8c1d4a-647d-4f41-a1fe-c9ec24e6bc8e" providerId="ADAL" clId="{D64AD54D-5664-5F07-AFB1-54E630582E64}" dt="2026-01-25T15:48:25.467" v="6450" actId="478"/>
          <ac:picMkLst>
            <pc:docMk/>
            <pc:sldMk cId="3064324184" sldId="259"/>
            <ac:picMk id="9" creationId="{3D9BCE42-8099-1D2B-A0FE-3D22278B536F}"/>
          </ac:picMkLst>
        </pc:picChg>
        <pc:picChg chg="del">
          <ac:chgData name="(Student  C00290950) Ihor Melashchenko" userId="af8c1d4a-647d-4f41-a1fe-c9ec24e6bc8e" providerId="ADAL" clId="{D64AD54D-5664-5F07-AFB1-54E630582E64}" dt="2026-01-25T15:48:26.525" v="6451" actId="478"/>
          <ac:picMkLst>
            <pc:docMk/>
            <pc:sldMk cId="3064324184" sldId="259"/>
            <ac:picMk id="11" creationId="{A10CDB16-31FB-3803-7D61-483D581E324B}"/>
          </ac:picMkLst>
        </pc:picChg>
      </pc:sldChg>
      <pc:sldChg chg="addSp delSp modSp mod ord delAnim modNotesTx">
        <pc:chgData name="(Student  C00290950) Ihor Melashchenko" userId="af8c1d4a-647d-4f41-a1fe-c9ec24e6bc8e" providerId="ADAL" clId="{D64AD54D-5664-5F07-AFB1-54E630582E64}" dt="2026-01-26T09:41:31.231" v="11286" actId="20577"/>
        <pc:sldMkLst>
          <pc:docMk/>
          <pc:sldMk cId="3541232546" sldId="260"/>
        </pc:sldMkLst>
        <pc:spChg chg="mod">
          <ac:chgData name="(Student  C00290950) Ihor Melashchenko" userId="af8c1d4a-647d-4f41-a1fe-c9ec24e6bc8e" providerId="ADAL" clId="{D64AD54D-5664-5F07-AFB1-54E630582E64}" dt="2026-01-25T15:28:46.249" v="6296" actId="20577"/>
          <ac:spMkLst>
            <pc:docMk/>
            <pc:sldMk cId="3541232546" sldId="260"/>
            <ac:spMk id="2" creationId="{45D8F107-4B24-14B4-201A-7CB6DE56417A}"/>
          </ac:spMkLst>
        </pc:spChg>
        <pc:spChg chg="add del mod">
          <ac:chgData name="(Student  C00290950) Ihor Melashchenko" userId="af8c1d4a-647d-4f41-a1fe-c9ec24e6bc8e" providerId="ADAL" clId="{D64AD54D-5664-5F07-AFB1-54E630582E64}" dt="2026-01-25T15:28:57.993" v="6298" actId="931"/>
          <ac:spMkLst>
            <pc:docMk/>
            <pc:sldMk cId="3541232546" sldId="260"/>
            <ac:spMk id="4" creationId="{2FF77F28-5D58-1994-CF88-754FB1A3591E}"/>
          </ac:spMkLst>
        </pc:spChg>
        <pc:picChg chg="del">
          <ac:chgData name="(Student  C00290950) Ihor Melashchenko" userId="af8c1d4a-647d-4f41-a1fe-c9ec24e6bc8e" providerId="ADAL" clId="{D64AD54D-5664-5F07-AFB1-54E630582E64}" dt="2026-01-25T15:28:50.288" v="6297" actId="478"/>
          <ac:picMkLst>
            <pc:docMk/>
            <pc:sldMk cId="3541232546" sldId="260"/>
            <ac:picMk id="5" creationId="{245FF33A-0EED-EAFE-B4CC-3954EEA9741A}"/>
          </ac:picMkLst>
        </pc:picChg>
        <pc:picChg chg="del">
          <ac:chgData name="(Student  C00290950) Ihor Melashchenko" userId="af8c1d4a-647d-4f41-a1fe-c9ec24e6bc8e" providerId="ADAL" clId="{D64AD54D-5664-5F07-AFB1-54E630582E64}" dt="2026-01-25T15:28:50.288" v="6297" actId="478"/>
          <ac:picMkLst>
            <pc:docMk/>
            <pc:sldMk cId="3541232546" sldId="260"/>
            <ac:picMk id="7" creationId="{B75ABF78-6458-6E22-CE79-4E74C051682C}"/>
          </ac:picMkLst>
        </pc:picChg>
        <pc:picChg chg="add mod">
          <ac:chgData name="(Student  C00290950) Ihor Melashchenko" userId="af8c1d4a-647d-4f41-a1fe-c9ec24e6bc8e" providerId="ADAL" clId="{D64AD54D-5664-5F07-AFB1-54E630582E64}" dt="2026-01-25T15:29:16.810" v="6304" actId="1076"/>
          <ac:picMkLst>
            <pc:docMk/>
            <pc:sldMk cId="3541232546" sldId="260"/>
            <ac:picMk id="8" creationId="{7FB87A89-CF93-DADA-23B7-DB2419BC85F7}"/>
          </ac:picMkLst>
        </pc:picChg>
        <pc:picChg chg="del">
          <ac:chgData name="(Student  C00290950) Ihor Melashchenko" userId="af8c1d4a-647d-4f41-a1fe-c9ec24e6bc8e" providerId="ADAL" clId="{D64AD54D-5664-5F07-AFB1-54E630582E64}" dt="2026-01-25T15:28:50.288" v="6297" actId="478"/>
          <ac:picMkLst>
            <pc:docMk/>
            <pc:sldMk cId="3541232546" sldId="260"/>
            <ac:picMk id="9" creationId="{4126E366-4B9C-F91F-C9E1-4259AEC10371}"/>
          </ac:picMkLst>
        </pc:picChg>
        <pc:picChg chg="add del mod">
          <ac:chgData name="(Student  C00290950) Ihor Melashchenko" userId="af8c1d4a-647d-4f41-a1fe-c9ec24e6bc8e" providerId="ADAL" clId="{D64AD54D-5664-5F07-AFB1-54E630582E64}" dt="2026-01-25T15:46:38.134" v="6432" actId="478"/>
          <ac:picMkLst>
            <pc:docMk/>
            <pc:sldMk cId="3541232546" sldId="260"/>
            <ac:picMk id="10" creationId="{BD9F52C4-CBE4-BF5C-112B-B9572437F76E}"/>
          </ac:picMkLst>
        </pc:picChg>
        <pc:picChg chg="del">
          <ac:chgData name="(Student  C00290950) Ihor Melashchenko" userId="af8c1d4a-647d-4f41-a1fe-c9ec24e6bc8e" providerId="ADAL" clId="{D64AD54D-5664-5F07-AFB1-54E630582E64}" dt="2026-01-25T15:28:50.288" v="6297" actId="478"/>
          <ac:picMkLst>
            <pc:docMk/>
            <pc:sldMk cId="3541232546" sldId="260"/>
            <ac:picMk id="11" creationId="{5C1EE969-7183-4652-CF0B-A69D6E05CB09}"/>
          </ac:picMkLst>
        </pc:picChg>
        <pc:picChg chg="del">
          <ac:chgData name="(Student  C00290950) Ihor Melashchenko" userId="af8c1d4a-647d-4f41-a1fe-c9ec24e6bc8e" providerId="ADAL" clId="{D64AD54D-5664-5F07-AFB1-54E630582E64}" dt="2026-01-25T15:28:50.288" v="6297" actId="478"/>
          <ac:picMkLst>
            <pc:docMk/>
            <pc:sldMk cId="3541232546" sldId="260"/>
            <ac:picMk id="15" creationId="{19B7CE4E-E1D0-F004-A57C-EB6031522E48}"/>
          </ac:picMkLst>
        </pc:picChg>
        <pc:picChg chg="del mod">
          <ac:chgData name="(Student  C00290950) Ihor Melashchenko" userId="af8c1d4a-647d-4f41-a1fe-c9ec24e6bc8e" providerId="ADAL" clId="{D64AD54D-5664-5F07-AFB1-54E630582E64}" dt="2026-01-25T15:28:50.288" v="6297" actId="478"/>
          <ac:picMkLst>
            <pc:docMk/>
            <pc:sldMk cId="3541232546" sldId="260"/>
            <ac:picMk id="17" creationId="{67FF8143-021A-821A-E514-047980DE1FAF}"/>
          </ac:picMkLst>
        </pc:picChg>
      </pc:sldChg>
      <pc:sldChg chg="addSp delSp modSp mod ord delAnim modNotesTx">
        <pc:chgData name="(Student  C00290950) Ihor Melashchenko" userId="af8c1d4a-647d-4f41-a1fe-c9ec24e6bc8e" providerId="ADAL" clId="{D64AD54D-5664-5F07-AFB1-54E630582E64}" dt="2026-01-26T10:30:23.512" v="11327" actId="20577"/>
        <pc:sldMkLst>
          <pc:docMk/>
          <pc:sldMk cId="42953212" sldId="261"/>
        </pc:sldMkLst>
        <pc:spChg chg="mod">
          <ac:chgData name="(Student  C00290950) Ihor Melashchenko" userId="af8c1d4a-647d-4f41-a1fe-c9ec24e6bc8e" providerId="ADAL" clId="{D64AD54D-5664-5F07-AFB1-54E630582E64}" dt="2026-01-26T10:30:23.512" v="11327" actId="20577"/>
          <ac:spMkLst>
            <pc:docMk/>
            <pc:sldMk cId="42953212" sldId="261"/>
            <ac:spMk id="2" creationId="{1B7AAEC5-DAE2-9B9C-6826-5C211D435016}"/>
          </ac:spMkLst>
        </pc:spChg>
        <pc:spChg chg="del mod">
          <ac:chgData name="(Student  C00290950) Ihor Melashchenko" userId="af8c1d4a-647d-4f41-a1fe-c9ec24e6bc8e" providerId="ADAL" clId="{D64AD54D-5664-5F07-AFB1-54E630582E64}" dt="2026-01-25T16:52:26.926" v="6744" actId="478"/>
          <ac:spMkLst>
            <pc:docMk/>
            <pc:sldMk cId="42953212" sldId="261"/>
            <ac:spMk id="3" creationId="{D2C627EE-F50E-3A62-D351-66996D7B90C4}"/>
          </ac:spMkLst>
        </pc:spChg>
        <pc:spChg chg="add del mod">
          <ac:chgData name="(Student  C00290950) Ihor Melashchenko" userId="af8c1d4a-647d-4f41-a1fe-c9ec24e6bc8e" providerId="ADAL" clId="{D64AD54D-5664-5F07-AFB1-54E630582E64}" dt="2026-01-25T16:52:35.413" v="6745" actId="931"/>
          <ac:spMkLst>
            <pc:docMk/>
            <pc:sldMk cId="42953212" sldId="261"/>
            <ac:spMk id="6" creationId="{AC211893-E801-BB06-8CCC-4F5178F979E7}"/>
          </ac:spMkLst>
        </pc:spChg>
        <pc:picChg chg="del">
          <ac:chgData name="(Student  C00290950) Ihor Melashchenko" userId="af8c1d4a-647d-4f41-a1fe-c9ec24e6bc8e" providerId="ADAL" clId="{D64AD54D-5664-5F07-AFB1-54E630582E64}" dt="2026-01-25T16:52:37.281" v="6746" actId="478"/>
          <ac:picMkLst>
            <pc:docMk/>
            <pc:sldMk cId="42953212" sldId="261"/>
            <ac:picMk id="5" creationId="{D3556374-4A5F-0C06-3F89-4188A7F0C82D}"/>
          </ac:picMkLst>
        </pc:picChg>
        <pc:picChg chg="del">
          <ac:chgData name="(Student  C00290950) Ihor Melashchenko" userId="af8c1d4a-647d-4f41-a1fe-c9ec24e6bc8e" providerId="ADAL" clId="{D64AD54D-5664-5F07-AFB1-54E630582E64}" dt="2026-01-25T16:52:38.952" v="6748" actId="478"/>
          <ac:picMkLst>
            <pc:docMk/>
            <pc:sldMk cId="42953212" sldId="261"/>
            <ac:picMk id="7" creationId="{179F792F-A44B-A17A-F4C9-3E4798E6D84A}"/>
          </ac:picMkLst>
        </pc:picChg>
        <pc:picChg chg="add mod">
          <ac:chgData name="(Student  C00290950) Ihor Melashchenko" userId="af8c1d4a-647d-4f41-a1fe-c9ec24e6bc8e" providerId="ADAL" clId="{D64AD54D-5664-5F07-AFB1-54E630582E64}" dt="2026-01-25T16:53:01.139" v="6752" actId="1076"/>
          <ac:picMkLst>
            <pc:docMk/>
            <pc:sldMk cId="42953212" sldId="261"/>
            <ac:picMk id="9" creationId="{D313D1BF-C6E1-FD81-D28C-B586C1ED204A}"/>
          </ac:picMkLst>
        </pc:picChg>
      </pc:sldChg>
      <pc:sldChg chg="modNotesTx">
        <pc:chgData name="(Student  C00290950) Ihor Melashchenko" userId="af8c1d4a-647d-4f41-a1fe-c9ec24e6bc8e" providerId="ADAL" clId="{D64AD54D-5664-5F07-AFB1-54E630582E64}" dt="2026-01-26T09:25:18.344" v="9985" actId="20577"/>
        <pc:sldMkLst>
          <pc:docMk/>
          <pc:sldMk cId="4187009326" sldId="262"/>
        </pc:sldMkLst>
      </pc:sldChg>
      <pc:sldChg chg="addSp delSp modSp add mod modNotesTx">
        <pc:chgData name="(Student  C00290950) Ihor Melashchenko" userId="af8c1d4a-647d-4f41-a1fe-c9ec24e6bc8e" providerId="ADAL" clId="{D64AD54D-5664-5F07-AFB1-54E630582E64}" dt="2026-01-26T09:42:43.143" v="11292" actId="20577"/>
        <pc:sldMkLst>
          <pc:docMk/>
          <pc:sldMk cId="4281953865" sldId="263"/>
        </pc:sldMkLst>
        <pc:spChg chg="mod">
          <ac:chgData name="(Student  C00290950) Ihor Melashchenko" userId="af8c1d4a-647d-4f41-a1fe-c9ec24e6bc8e" providerId="ADAL" clId="{D64AD54D-5664-5F07-AFB1-54E630582E64}" dt="2026-01-25T15:42:11.856" v="6388" actId="20577"/>
          <ac:spMkLst>
            <pc:docMk/>
            <pc:sldMk cId="4281953865" sldId="263"/>
            <ac:spMk id="2" creationId="{F5CA503B-4F03-AE54-8878-59F501E3A26B}"/>
          </ac:spMkLst>
        </pc:spChg>
        <pc:spChg chg="add del mod">
          <ac:chgData name="(Student  C00290950) Ihor Melashchenko" userId="af8c1d4a-647d-4f41-a1fe-c9ec24e6bc8e" providerId="ADAL" clId="{D64AD54D-5664-5F07-AFB1-54E630582E64}" dt="2026-01-25T15:37:08.803" v="6322" actId="931"/>
          <ac:spMkLst>
            <pc:docMk/>
            <pc:sldMk cId="4281953865" sldId="263"/>
            <ac:spMk id="4" creationId="{1E1641B4-DDA7-FA9F-64D3-D28111D36173}"/>
          </ac:spMkLst>
        </pc:spChg>
        <pc:picChg chg="add mod">
          <ac:chgData name="(Student  C00290950) Ihor Melashchenko" userId="af8c1d4a-647d-4f41-a1fe-c9ec24e6bc8e" providerId="ADAL" clId="{D64AD54D-5664-5F07-AFB1-54E630582E64}" dt="2026-01-25T15:42:04.491" v="6379" actId="14100"/>
          <ac:picMkLst>
            <pc:docMk/>
            <pc:sldMk cId="4281953865" sldId="263"/>
            <ac:picMk id="6" creationId="{754AE924-9C4B-9CED-791D-83CEE07FD7C0}"/>
          </ac:picMkLst>
        </pc:picChg>
        <pc:picChg chg="add del mod">
          <ac:chgData name="(Student  C00290950) Ihor Melashchenko" userId="af8c1d4a-647d-4f41-a1fe-c9ec24e6bc8e" providerId="ADAL" clId="{D64AD54D-5664-5F07-AFB1-54E630582E64}" dt="2026-01-25T15:37:41.744" v="6329" actId="478"/>
          <ac:picMkLst>
            <pc:docMk/>
            <pc:sldMk cId="4281953865" sldId="263"/>
            <ac:picMk id="7" creationId="{37746CC7-818E-94F4-8586-58AF02DA69B4}"/>
          </ac:picMkLst>
        </pc:picChg>
        <pc:picChg chg="del">
          <ac:chgData name="(Student  C00290950) Ihor Melashchenko" userId="af8c1d4a-647d-4f41-a1fe-c9ec24e6bc8e" providerId="ADAL" clId="{D64AD54D-5664-5F07-AFB1-54E630582E64}" dt="2026-01-25T15:35:57.867" v="6321" actId="478"/>
          <ac:picMkLst>
            <pc:docMk/>
            <pc:sldMk cId="4281953865" sldId="263"/>
            <ac:picMk id="8" creationId="{05BF1D40-7FDF-D20A-8D47-5AD34A16C8F3}"/>
          </ac:picMkLst>
        </pc:picChg>
        <pc:picChg chg="add mod">
          <ac:chgData name="(Student  C00290950) Ihor Melashchenko" userId="af8c1d4a-647d-4f41-a1fe-c9ec24e6bc8e" providerId="ADAL" clId="{D64AD54D-5664-5F07-AFB1-54E630582E64}" dt="2026-01-25T15:42:03.597" v="6377" actId="14100"/>
          <ac:picMkLst>
            <pc:docMk/>
            <pc:sldMk cId="4281953865" sldId="263"/>
            <ac:picMk id="10" creationId="{87C60F6D-3082-614C-FC1B-F98185544E87}"/>
          </ac:picMkLst>
        </pc:picChg>
        <pc:picChg chg="add mod">
          <ac:chgData name="(Student  C00290950) Ihor Melashchenko" userId="af8c1d4a-647d-4f41-a1fe-c9ec24e6bc8e" providerId="ADAL" clId="{D64AD54D-5664-5F07-AFB1-54E630582E64}" dt="2026-01-25T15:41:49.383" v="6371" actId="14100"/>
          <ac:picMkLst>
            <pc:docMk/>
            <pc:sldMk cId="4281953865" sldId="263"/>
            <ac:picMk id="12" creationId="{5DCA49DD-05C3-7204-7521-DE21D36444A6}"/>
          </ac:picMkLst>
        </pc:picChg>
        <pc:picChg chg="add mod">
          <ac:chgData name="(Student  C00290950) Ihor Melashchenko" userId="af8c1d4a-647d-4f41-a1fe-c9ec24e6bc8e" providerId="ADAL" clId="{D64AD54D-5664-5F07-AFB1-54E630582E64}" dt="2026-01-25T15:41:49.383" v="6371" actId="14100"/>
          <ac:picMkLst>
            <pc:docMk/>
            <pc:sldMk cId="4281953865" sldId="263"/>
            <ac:picMk id="14" creationId="{AE78DD08-4FD2-7696-B2C6-086A6C23BEAC}"/>
          </ac:picMkLst>
        </pc:picChg>
        <pc:picChg chg="add del mod">
          <ac:chgData name="(Student  C00290950) Ihor Melashchenko" userId="af8c1d4a-647d-4f41-a1fe-c9ec24e6bc8e" providerId="ADAL" clId="{D64AD54D-5664-5F07-AFB1-54E630582E64}" dt="2026-01-25T15:42:15.285" v="6389" actId="478"/>
          <ac:picMkLst>
            <pc:docMk/>
            <pc:sldMk cId="4281953865" sldId="263"/>
            <ac:picMk id="16" creationId="{2956FBB4-1B22-50A9-CBEC-112DFFBA815B}"/>
          </ac:picMkLst>
        </pc:picChg>
      </pc:sldChg>
      <pc:sldChg chg="addSp delSp modSp add mod modNotesTx">
        <pc:chgData name="(Student  C00290950) Ihor Melashchenko" userId="af8c1d4a-647d-4f41-a1fe-c9ec24e6bc8e" providerId="ADAL" clId="{D64AD54D-5664-5F07-AFB1-54E630582E64}" dt="2026-01-26T09:43:53.883" v="11295" actId="20577"/>
        <pc:sldMkLst>
          <pc:docMk/>
          <pc:sldMk cId="2488871423" sldId="264"/>
        </pc:sldMkLst>
        <pc:spChg chg="mod">
          <ac:chgData name="(Student  C00290950) Ihor Melashchenko" userId="af8c1d4a-647d-4f41-a1fe-c9ec24e6bc8e" providerId="ADAL" clId="{D64AD54D-5664-5F07-AFB1-54E630582E64}" dt="2026-01-25T15:44:42.763" v="6429" actId="20577"/>
          <ac:spMkLst>
            <pc:docMk/>
            <pc:sldMk cId="2488871423" sldId="264"/>
            <ac:spMk id="2" creationId="{2BF2CD47-20B5-8668-A756-DA7E8ACC5154}"/>
          </ac:spMkLst>
        </pc:spChg>
        <pc:spChg chg="add del mod">
          <ac:chgData name="(Student  C00290950) Ihor Melashchenko" userId="af8c1d4a-647d-4f41-a1fe-c9ec24e6bc8e" providerId="ADAL" clId="{D64AD54D-5664-5F07-AFB1-54E630582E64}" dt="2026-01-25T15:43:13.696" v="6404" actId="478"/>
          <ac:spMkLst>
            <pc:docMk/>
            <pc:sldMk cId="2488871423" sldId="264"/>
            <ac:spMk id="7" creationId="{FF04797D-6C93-80B1-CC18-825643C1E67C}"/>
          </ac:spMkLst>
        </pc:spChg>
        <pc:spChg chg="add del mod">
          <ac:chgData name="(Student  C00290950) Ihor Melashchenko" userId="af8c1d4a-647d-4f41-a1fe-c9ec24e6bc8e" providerId="ADAL" clId="{D64AD54D-5664-5F07-AFB1-54E630582E64}" dt="2026-01-25T15:43:41.471" v="6410" actId="478"/>
          <ac:spMkLst>
            <pc:docMk/>
            <pc:sldMk cId="2488871423" sldId="264"/>
            <ac:spMk id="9" creationId="{45CFAA10-BC8B-2A9A-1E42-7998A74849FA}"/>
          </ac:spMkLst>
        </pc:spChg>
        <pc:picChg chg="add del mod">
          <ac:chgData name="(Student  C00290950) Ihor Melashchenko" userId="af8c1d4a-647d-4f41-a1fe-c9ec24e6bc8e" providerId="ADAL" clId="{D64AD54D-5664-5F07-AFB1-54E630582E64}" dt="2026-01-25T15:43:45.741" v="6411" actId="1076"/>
          <ac:picMkLst>
            <pc:docMk/>
            <pc:sldMk cId="2488871423" sldId="264"/>
            <ac:picMk id="4" creationId="{00F4D2B1-F95B-83ED-D1B9-8B3559827EFE}"/>
          </ac:picMkLst>
        </pc:picChg>
        <pc:picChg chg="add del">
          <ac:chgData name="(Student  C00290950) Ihor Melashchenko" userId="af8c1d4a-647d-4f41-a1fe-c9ec24e6bc8e" providerId="ADAL" clId="{D64AD54D-5664-5F07-AFB1-54E630582E64}" dt="2026-01-25T15:43:31.774" v="6409" actId="478"/>
          <ac:picMkLst>
            <pc:docMk/>
            <pc:sldMk cId="2488871423" sldId="264"/>
            <ac:picMk id="6" creationId="{6648CDC5-67C2-2035-7A2E-83198C98EF6E}"/>
          </ac:picMkLst>
        </pc:picChg>
        <pc:picChg chg="del">
          <ac:chgData name="(Student  C00290950) Ihor Melashchenko" userId="af8c1d4a-647d-4f41-a1fe-c9ec24e6bc8e" providerId="ADAL" clId="{D64AD54D-5664-5F07-AFB1-54E630582E64}" dt="2026-01-25T15:42:41.415" v="6393" actId="478"/>
          <ac:picMkLst>
            <pc:docMk/>
            <pc:sldMk cId="2488871423" sldId="264"/>
            <ac:picMk id="10" creationId="{AB608DF0-33F1-883E-5DBF-B216199F9E51}"/>
          </ac:picMkLst>
        </pc:picChg>
        <pc:picChg chg="del">
          <ac:chgData name="(Student  C00290950) Ihor Melashchenko" userId="af8c1d4a-647d-4f41-a1fe-c9ec24e6bc8e" providerId="ADAL" clId="{D64AD54D-5664-5F07-AFB1-54E630582E64}" dt="2026-01-25T15:42:39.438" v="6392" actId="478"/>
          <ac:picMkLst>
            <pc:docMk/>
            <pc:sldMk cId="2488871423" sldId="264"/>
            <ac:picMk id="12" creationId="{FA5A0F15-14DA-5677-DC33-7A718E41045D}"/>
          </ac:picMkLst>
        </pc:picChg>
        <pc:picChg chg="add mod">
          <ac:chgData name="(Student  C00290950) Ihor Melashchenko" userId="af8c1d4a-647d-4f41-a1fe-c9ec24e6bc8e" providerId="ADAL" clId="{D64AD54D-5664-5F07-AFB1-54E630582E64}" dt="2026-01-25T15:44:09.566" v="6419" actId="962"/>
          <ac:picMkLst>
            <pc:docMk/>
            <pc:sldMk cId="2488871423" sldId="264"/>
            <ac:picMk id="13" creationId="{206575F4-D6A2-A202-5277-D1B2525A810F}"/>
          </ac:picMkLst>
        </pc:picChg>
        <pc:picChg chg="del">
          <ac:chgData name="(Student  C00290950) Ihor Melashchenko" userId="af8c1d4a-647d-4f41-a1fe-c9ec24e6bc8e" providerId="ADAL" clId="{D64AD54D-5664-5F07-AFB1-54E630582E64}" dt="2026-01-25T15:42:38.661" v="6391" actId="478"/>
          <ac:picMkLst>
            <pc:docMk/>
            <pc:sldMk cId="2488871423" sldId="264"/>
            <ac:picMk id="14" creationId="{4743E4A5-B8AA-F61F-FC35-CB25C4FA6519}"/>
          </ac:picMkLst>
        </pc:picChg>
        <pc:picChg chg="add mod">
          <ac:chgData name="(Student  C00290950) Ihor Melashchenko" userId="af8c1d4a-647d-4f41-a1fe-c9ec24e6bc8e" providerId="ADAL" clId="{D64AD54D-5664-5F07-AFB1-54E630582E64}" dt="2026-01-25T15:44:36.199" v="6427" actId="1076"/>
          <ac:picMkLst>
            <pc:docMk/>
            <pc:sldMk cId="2488871423" sldId="264"/>
            <ac:picMk id="16" creationId="{455BE059-9772-3A7D-55C4-8F866C73B90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1301F9-933A-3A4D-AA0D-F97DCD437471}" type="datetimeFigureOut">
              <a:rPr lang="en-US" smtClean="0"/>
              <a:t>1/26/26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84B89F-AB52-EB40-887D-0B676A391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43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Good morning.</a:t>
            </a:r>
            <a:endParaRPr lang="en-US" dirty="0"/>
          </a:p>
          <a:p>
            <a:r>
              <a:rPr lang="en-US" dirty="0"/>
              <a:t>My name is </a:t>
            </a:r>
            <a:r>
              <a:rPr lang="en-US" b="1" dirty="0"/>
              <a:t>Ihor Melashchenko</a:t>
            </a:r>
            <a:r>
              <a:rPr lang="en-US" dirty="0"/>
              <a:t>, and I am a </a:t>
            </a:r>
            <a:r>
              <a:rPr lang="en-US" b="1" dirty="0"/>
              <a:t>final-year Software Development student at SETU</a:t>
            </a:r>
            <a:r>
              <a:rPr lang="en-US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Today, I will be presenting the </a:t>
            </a:r>
            <a:r>
              <a:rPr lang="en-US" b="1" dirty="0"/>
              <a:t>system design</a:t>
            </a:r>
            <a:r>
              <a:rPr lang="en-US" dirty="0"/>
              <a:t> of my </a:t>
            </a:r>
            <a:r>
              <a:rPr lang="en-US" b="1" dirty="0"/>
              <a:t>final-year project — the University App </a:t>
            </a:r>
            <a:r>
              <a:rPr lang="en-US" b="0" i="1" dirty="0"/>
              <a:t>(</a:t>
            </a:r>
            <a:r>
              <a:rPr lang="en-US" i="1" dirty="0"/>
              <a:t>please note that the name is not yet finalized and might change in the future)</a:t>
            </a:r>
            <a:r>
              <a:rPr lang="en-US" dirty="0"/>
              <a:t>, and its </a:t>
            </a:r>
            <a:r>
              <a:rPr lang="en-US" b="1" dirty="0"/>
              <a:t>current development status</a:t>
            </a:r>
            <a:r>
              <a:rPr lang="en-US" dirty="0"/>
              <a:t>.</a:t>
            </a:r>
          </a:p>
          <a:p>
            <a:r>
              <a:rPr lang="en-US" dirty="0"/>
              <a:t>For context, the </a:t>
            </a:r>
            <a:r>
              <a:rPr lang="en-US" b="1" dirty="0"/>
              <a:t>University App is an all-in-one application</a:t>
            </a:r>
            <a:r>
              <a:rPr lang="en-US" dirty="0"/>
              <a:t>, often referred to as a </a:t>
            </a:r>
            <a:r>
              <a:rPr lang="en-US" b="1" dirty="0"/>
              <a:t>super-app</a:t>
            </a:r>
            <a:r>
              <a:rPr lang="en-US" dirty="0"/>
              <a:t>, which allows students to </a:t>
            </a:r>
            <a:r>
              <a:rPr lang="en-US" b="1" dirty="0"/>
              <a:t>interact with university facilities through a single application</a:t>
            </a:r>
            <a:r>
              <a:rPr lang="en-US" dirty="0"/>
              <a:t>.</a:t>
            </a:r>
          </a:p>
          <a:p>
            <a:r>
              <a:rPr lang="en-US" dirty="0"/>
              <a:t>In the next slides, I will focus on </a:t>
            </a:r>
            <a:r>
              <a:rPr lang="en-US" b="1" dirty="0"/>
              <a:t>how the system is designed</a:t>
            </a:r>
            <a:r>
              <a:rPr lang="en-US" dirty="0"/>
              <a:t> and </a:t>
            </a:r>
            <a:r>
              <a:rPr lang="en-US" b="1" dirty="0"/>
              <a:t>how it currently works from a technical perspective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84B89F-AB52-EB40-887D-0B676A391F0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3605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Here is the System Architecture Diagram.</a:t>
            </a:r>
            <a:endParaRPr lang="en-US" dirty="0"/>
          </a:p>
          <a:p>
            <a:r>
              <a:rPr lang="en-US" dirty="0"/>
              <a:t>It showcases </a:t>
            </a:r>
            <a:r>
              <a:rPr lang="en-US" b="1" dirty="0"/>
              <a:t>three distinct layers — Presentation, Application, and Data</a:t>
            </a:r>
            <a:r>
              <a:rPr lang="en-US" dirty="0"/>
              <a:t>, and the system conforms to the </a:t>
            </a:r>
            <a:r>
              <a:rPr lang="en-US" b="1" dirty="0"/>
              <a:t>three-tier software architecture pattern</a:t>
            </a:r>
            <a:r>
              <a:rPr lang="en-US" dirty="0"/>
              <a:t>.</a:t>
            </a:r>
          </a:p>
          <a:p>
            <a:r>
              <a:rPr lang="en-US" dirty="0"/>
              <a:t>In the </a:t>
            </a:r>
            <a:r>
              <a:rPr lang="en-US" b="1" dirty="0"/>
              <a:t>presentation layer</a:t>
            </a:r>
            <a:r>
              <a:rPr lang="en-US" dirty="0"/>
              <a:t>, which is directly accessible to users, sits the </a:t>
            </a:r>
            <a:r>
              <a:rPr lang="en-US" b="1" dirty="0"/>
              <a:t>iOS application written natively using Swift and </a:t>
            </a:r>
            <a:r>
              <a:rPr lang="en-US" b="1" dirty="0" err="1"/>
              <a:t>SwiftUI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b="1" dirty="0"/>
              <a:t>client applications are intentionally thin</a:t>
            </a:r>
            <a:r>
              <a:rPr lang="en-US" dirty="0"/>
              <a:t>, with </a:t>
            </a:r>
            <a:r>
              <a:rPr lang="en-US" b="1" dirty="0"/>
              <a:t>all business logic and validation living in the backend</a:t>
            </a:r>
            <a:r>
              <a:rPr lang="en-US" dirty="0"/>
              <a:t>.</a:t>
            </a:r>
          </a:p>
          <a:p>
            <a:r>
              <a:rPr lang="en-US" dirty="0"/>
              <a:t>This design </a:t>
            </a:r>
            <a:r>
              <a:rPr lang="en-US" b="1" dirty="0"/>
              <a:t>avoids trusting the client</a:t>
            </a:r>
            <a:r>
              <a:rPr lang="en-US" dirty="0"/>
              <a:t> and </a:t>
            </a:r>
            <a:r>
              <a:rPr lang="en-US" b="1" dirty="0"/>
              <a:t>keeps all sensitive operations server-side</a:t>
            </a:r>
            <a:r>
              <a:rPr lang="en-US" dirty="0"/>
              <a:t>, improving </a:t>
            </a:r>
            <a:r>
              <a:rPr lang="en-US" b="1" dirty="0"/>
              <a:t>security and maintainability</a:t>
            </a:r>
            <a:r>
              <a:rPr lang="en-US" dirty="0"/>
              <a:t>.</a:t>
            </a:r>
          </a:p>
          <a:p>
            <a:r>
              <a:rPr lang="en-US" dirty="0"/>
              <a:t>The architecture is </a:t>
            </a:r>
            <a:r>
              <a:rPr lang="en-US" b="1" dirty="0"/>
              <a:t>future-proofed</a:t>
            </a:r>
            <a:r>
              <a:rPr lang="en-US" dirty="0"/>
              <a:t>, allowing for the </a:t>
            </a:r>
            <a:r>
              <a:rPr lang="en-US" b="1" dirty="0"/>
              <a:t>easy introduction of Android and Web clients</a:t>
            </a:r>
            <a:r>
              <a:rPr lang="en-US" dirty="0"/>
              <a:t> without changes to the core backend logic.</a:t>
            </a:r>
          </a:p>
          <a:p>
            <a:r>
              <a:rPr lang="en-US" dirty="0"/>
              <a:t>In the </a:t>
            </a:r>
            <a:r>
              <a:rPr lang="en-US" b="1" dirty="0"/>
              <a:t>application layer</a:t>
            </a:r>
            <a:r>
              <a:rPr lang="en-US" dirty="0"/>
              <a:t>, there are </a:t>
            </a:r>
            <a:r>
              <a:rPr lang="en-US" b="1" dirty="0"/>
              <a:t>two applications</a:t>
            </a:r>
            <a:r>
              <a:rPr lang="en-US" dirty="0"/>
              <a:t>:</a:t>
            </a:r>
          </a:p>
          <a:p>
            <a:r>
              <a:rPr lang="en-US" dirty="0"/>
              <a:t>a </a:t>
            </a:r>
            <a:r>
              <a:rPr lang="en-US" b="1" dirty="0"/>
              <a:t>backend service written in Go</a:t>
            </a:r>
            <a:r>
              <a:rPr lang="en-US" dirty="0"/>
              <a:t>, which handles </a:t>
            </a:r>
            <a:r>
              <a:rPr lang="en-US" b="1" dirty="0"/>
              <a:t>all core logic</a:t>
            </a:r>
            <a:r>
              <a:rPr lang="en-US" dirty="0"/>
              <a:t>, and</a:t>
            </a:r>
          </a:p>
          <a:p>
            <a:r>
              <a:rPr lang="en-US" dirty="0"/>
              <a:t>an </a:t>
            </a:r>
            <a:r>
              <a:rPr lang="en-US" b="1" dirty="0"/>
              <a:t>admin panel implemented as a React web application</a:t>
            </a:r>
            <a:r>
              <a:rPr lang="en-US" dirty="0"/>
              <a:t>, which provides </a:t>
            </a:r>
            <a:r>
              <a:rPr lang="en-US" b="1" dirty="0"/>
              <a:t>controlled interaction with the backend</a:t>
            </a:r>
            <a:r>
              <a:rPr lang="en-US" dirty="0"/>
              <a:t>.</a:t>
            </a:r>
          </a:p>
          <a:p>
            <a:r>
              <a:rPr lang="en-US" dirty="0"/>
              <a:t>The backend exposes </a:t>
            </a:r>
            <a:r>
              <a:rPr lang="en-US" b="1" dirty="0"/>
              <a:t>RESTful APIs</a:t>
            </a:r>
            <a:r>
              <a:rPr lang="en-US" dirty="0"/>
              <a:t>, which are used by all clients to communicate with the system.</a:t>
            </a:r>
          </a:p>
          <a:p>
            <a:r>
              <a:rPr lang="en-US" b="1" dirty="0"/>
              <a:t>Authentication is handled using JWT</a:t>
            </a:r>
            <a:r>
              <a:rPr lang="en-US" dirty="0"/>
              <a:t>, and clients store </a:t>
            </a:r>
            <a:r>
              <a:rPr lang="en-US" b="1" dirty="0"/>
              <a:t>only the minimum data required for session persistence</a:t>
            </a:r>
            <a:r>
              <a:rPr lang="en-US" dirty="0"/>
              <a:t>.</a:t>
            </a:r>
          </a:p>
          <a:p>
            <a:r>
              <a:rPr lang="en-US" dirty="0"/>
              <a:t>In the </a:t>
            </a:r>
            <a:r>
              <a:rPr lang="en-US" b="1" dirty="0"/>
              <a:t>data layer</a:t>
            </a:r>
            <a:r>
              <a:rPr lang="en-US" dirty="0"/>
              <a:t>, a </a:t>
            </a:r>
            <a:r>
              <a:rPr lang="en-US" b="1" dirty="0"/>
              <a:t>PostgreSQL database</a:t>
            </a:r>
            <a:r>
              <a:rPr lang="en-US" dirty="0"/>
              <a:t> is used to </a:t>
            </a:r>
            <a:r>
              <a:rPr lang="en-US" b="1" dirty="0"/>
              <a:t>store all required system data</a:t>
            </a:r>
            <a:r>
              <a:rPr lang="en-US" dirty="0"/>
              <a:t>.</a:t>
            </a:r>
          </a:p>
          <a:p>
            <a:r>
              <a:rPr lang="en-US" dirty="0"/>
              <a:t>All instances of the </a:t>
            </a:r>
            <a:r>
              <a:rPr lang="en-US" b="1" dirty="0"/>
              <a:t>application and data layers are already containerized using Docker</a:t>
            </a:r>
            <a:r>
              <a:rPr lang="en-US" dirty="0"/>
              <a:t>, which </a:t>
            </a:r>
            <a:r>
              <a:rPr lang="en-US" b="1" dirty="0"/>
              <a:t>streamlines development</a:t>
            </a:r>
            <a:r>
              <a:rPr lang="en-US" dirty="0"/>
              <a:t> and enables </a:t>
            </a:r>
            <a:r>
              <a:rPr lang="en-US" b="1" dirty="0"/>
              <a:t>horizontal scalability</a:t>
            </a:r>
            <a:r>
              <a:rPr lang="en-US" dirty="0"/>
              <a:t>.</a:t>
            </a:r>
          </a:p>
          <a:p>
            <a:r>
              <a:rPr lang="en-US" b="1" dirty="0"/>
              <a:t>Kubernetes and AWS infrastructure are planned for the later stages</a:t>
            </a:r>
            <a:r>
              <a:rPr lang="en-US" dirty="0"/>
              <a:t>, as the project moves closer to </a:t>
            </a:r>
            <a:r>
              <a:rPr lang="en-US" b="1" dirty="0"/>
              <a:t>production deployment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84B89F-AB52-EB40-887D-0B676A391F0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534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E0A90-EF33-1B66-E111-46511D1BD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389273-56A2-FF8A-7170-D2D5EBC643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6D866B-A298-006F-B814-2D75119E2B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Here is the iOS application.</a:t>
            </a:r>
            <a:endParaRPr lang="en-US" dirty="0"/>
          </a:p>
          <a:p>
            <a:r>
              <a:rPr lang="en-US" dirty="0"/>
              <a:t>As mentioned earlier, it is </a:t>
            </a:r>
            <a:r>
              <a:rPr lang="en-US" b="1" dirty="0"/>
              <a:t>written natively using Swift and </a:t>
            </a:r>
            <a:r>
              <a:rPr lang="en-US" b="1" dirty="0" err="1"/>
              <a:t>SwiftUI</a:t>
            </a:r>
            <a:r>
              <a:rPr lang="en-US" dirty="0"/>
              <a:t>, and it </a:t>
            </a:r>
            <a:r>
              <a:rPr lang="en-US" b="1" dirty="0"/>
              <a:t>adheres to the Apple Human Interface Guidelines</a:t>
            </a:r>
            <a:r>
              <a:rPr lang="en-US" dirty="0"/>
              <a:t>, with support for the </a:t>
            </a:r>
            <a:r>
              <a:rPr lang="en-US" b="1" dirty="0"/>
              <a:t>new Liquid Glass design style developed by Apple</a:t>
            </a:r>
            <a:r>
              <a:rPr lang="en-US" dirty="0"/>
              <a:t>.</a:t>
            </a:r>
          </a:p>
          <a:p>
            <a:r>
              <a:rPr lang="en-US" dirty="0"/>
              <a:t>The application is built using the </a:t>
            </a:r>
            <a:r>
              <a:rPr lang="en-US" b="1" dirty="0"/>
              <a:t>MVVM design pattern</a:t>
            </a:r>
            <a:r>
              <a:rPr lang="en-US" dirty="0"/>
              <a:t>, which enables a </a:t>
            </a:r>
            <a:r>
              <a:rPr lang="en-US" b="1" dirty="0"/>
              <a:t>clear separation of concerns between the user interface and application state</a:t>
            </a:r>
            <a:r>
              <a:rPr lang="en-US" dirty="0"/>
              <a:t>.</a:t>
            </a:r>
          </a:p>
          <a:p>
            <a:r>
              <a:rPr lang="en-US" dirty="0"/>
              <a:t>Because the UI is </a:t>
            </a:r>
            <a:r>
              <a:rPr lang="en-US" b="1" dirty="0"/>
              <a:t>backend-driven</a:t>
            </a:r>
            <a:r>
              <a:rPr lang="en-US" dirty="0"/>
              <a:t>, there is </a:t>
            </a:r>
            <a:r>
              <a:rPr lang="en-US" b="1" dirty="0"/>
              <a:t>minimal business logic on the client</a:t>
            </a:r>
            <a:r>
              <a:rPr lang="en-US" dirty="0"/>
              <a:t>, with the application primarily responsible for </a:t>
            </a:r>
            <a:r>
              <a:rPr lang="en-US" b="1" dirty="0"/>
              <a:t>rendering state received from the backend</a:t>
            </a:r>
            <a:r>
              <a:rPr lang="en-US" dirty="0"/>
              <a:t> and </a:t>
            </a:r>
            <a:r>
              <a:rPr lang="en-US" b="1" dirty="0"/>
              <a:t>handling user interaction</a:t>
            </a:r>
            <a:r>
              <a:rPr lang="en-US" dirty="0"/>
              <a:t>.</a:t>
            </a:r>
          </a:p>
          <a:p>
            <a:r>
              <a:rPr lang="en-US" dirty="0"/>
              <a:t>As shown in the screenshots, the </a:t>
            </a:r>
            <a:r>
              <a:rPr lang="en-US" b="1" dirty="0"/>
              <a:t>design and implementation of the core features planned for the beta stage are nearly complete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BD1715-7528-A35F-04A3-3D2414D07B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84B89F-AB52-EB40-887D-0B676A391F0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7329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92E41-3B02-12F6-2DE5-E98A64EA3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8F1011-C35C-4156-F816-0521B3CE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3C55CF-F0F3-0AA5-8474-D5C13B61DD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This slide shows the second part of the iOS application</a:t>
            </a:r>
            <a:r>
              <a:rPr lang="en-US" dirty="0"/>
              <a:t>, continuing from the previous slide.</a:t>
            </a:r>
          </a:p>
          <a:p>
            <a:r>
              <a:rPr lang="en-US" dirty="0"/>
              <a:t>It further demonstrates the </a:t>
            </a:r>
            <a:r>
              <a:rPr lang="en-US" b="1" dirty="0"/>
              <a:t>implementation of the core beta features</a:t>
            </a:r>
            <a:r>
              <a:rPr lang="en-US" dirty="0"/>
              <a:t> and the </a:t>
            </a:r>
            <a:r>
              <a:rPr lang="en-US" b="1" dirty="0"/>
              <a:t>consistent application of the design system across the app</a:t>
            </a:r>
            <a:r>
              <a:rPr lang="en-US" dirty="0"/>
              <a:t>.</a:t>
            </a:r>
          </a:p>
          <a:p>
            <a:r>
              <a:rPr lang="en-US" dirty="0"/>
              <a:t>No additional architectural concepts are introduced here — this slide simply </a:t>
            </a:r>
            <a:r>
              <a:rPr lang="en-US" b="1" dirty="0"/>
              <a:t>supports the implementation progress shown previously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7F36B4-C952-4FFE-8309-EF520BBA2A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84B89F-AB52-EB40-887D-0B676A391F0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7362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This slide shows the prototype I developed earlier</a:t>
            </a:r>
            <a:r>
              <a:rPr lang="en-US" dirty="0"/>
              <a:t>, which I </a:t>
            </a:r>
            <a:r>
              <a:rPr lang="en-US" b="1" dirty="0"/>
              <a:t>showcased in my last presentation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b="1" dirty="0"/>
              <a:t>prototype was used for early UI validation</a:t>
            </a:r>
            <a:r>
              <a:rPr lang="en-US" dirty="0"/>
              <a:t> and to confirm design decisions.</a:t>
            </a:r>
          </a:p>
          <a:p>
            <a:r>
              <a:rPr lang="en-US" dirty="0"/>
              <a:t>The </a:t>
            </a:r>
            <a:r>
              <a:rPr lang="en-US" b="1" dirty="0"/>
              <a:t>current application implementation aligns with this prototype</a:t>
            </a:r>
            <a:r>
              <a:rPr lang="en-US" dirty="0"/>
              <a:t>, and the </a:t>
            </a:r>
            <a:r>
              <a:rPr lang="en-US" b="1" dirty="0"/>
              <a:t>focus has now shifted to system correctness and backend development</a:t>
            </a:r>
            <a:r>
              <a:rPr lang="en-US" dirty="0"/>
              <a:t>, ensuring the app is </a:t>
            </a:r>
            <a:r>
              <a:rPr lang="en-US" b="1" dirty="0"/>
              <a:t>robust, secure, and maintainable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84B89F-AB52-EB40-887D-0B676A391F0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5163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This slide outlines the current backend and API status, as well as the remaining project milestones.</a:t>
            </a:r>
            <a:endParaRPr lang="en-US" dirty="0"/>
          </a:p>
          <a:p>
            <a:r>
              <a:rPr lang="en-US" dirty="0"/>
              <a:t>From a backend perspective, the </a:t>
            </a:r>
            <a:r>
              <a:rPr lang="en-US" b="1" dirty="0"/>
              <a:t>foundation of the backend is almost complete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b="1" dirty="0"/>
              <a:t>API architecture has been developed</a:t>
            </a:r>
            <a:r>
              <a:rPr lang="en-US" dirty="0"/>
              <a:t>, and the </a:t>
            </a:r>
            <a:r>
              <a:rPr lang="en-US" b="1" dirty="0"/>
              <a:t>iOS client is already successfully communicating with the backend</a:t>
            </a:r>
            <a:r>
              <a:rPr lang="en-US" dirty="0"/>
              <a:t>, confirming the </a:t>
            </a:r>
            <a:r>
              <a:rPr lang="en-US" b="1" dirty="0"/>
              <a:t>end-to-end integration</a:t>
            </a:r>
            <a:r>
              <a:rPr lang="en-US" dirty="0"/>
              <a:t>.</a:t>
            </a:r>
          </a:p>
          <a:p>
            <a:r>
              <a:rPr lang="en-US" dirty="0"/>
              <a:t>Looking at the </a:t>
            </a:r>
            <a:r>
              <a:rPr lang="en-US" b="1" dirty="0"/>
              <a:t>key milestones</a:t>
            </a:r>
            <a:r>
              <a:rPr lang="en-US" dirty="0"/>
              <a:t>:</a:t>
            </a:r>
          </a:p>
          <a:p>
            <a:r>
              <a:rPr lang="en-US" b="1" dirty="0"/>
              <a:t>By the end of January</a:t>
            </a:r>
            <a:r>
              <a:rPr lang="en-US" dirty="0"/>
              <a:t>, all </a:t>
            </a:r>
            <a:r>
              <a:rPr lang="en-US" b="1" dirty="0"/>
              <a:t>required project documentation</a:t>
            </a:r>
            <a:r>
              <a:rPr lang="en-US" dirty="0"/>
              <a:t> will be completed.</a:t>
            </a:r>
          </a:p>
          <a:p>
            <a:r>
              <a:rPr lang="en-US" b="1" dirty="0"/>
              <a:t>By the end of February</a:t>
            </a:r>
            <a:r>
              <a:rPr lang="en-US" dirty="0"/>
              <a:t>, the </a:t>
            </a:r>
            <a:r>
              <a:rPr lang="en-US" b="1" dirty="0"/>
              <a:t>backend development for all beta-stage features</a:t>
            </a:r>
            <a:r>
              <a:rPr lang="en-US" dirty="0"/>
              <a:t> will be finished, and the </a:t>
            </a:r>
            <a:r>
              <a:rPr lang="en-US" b="1" dirty="0"/>
              <a:t>iOS application will be completed in parallel</a:t>
            </a:r>
            <a:r>
              <a:rPr lang="en-US" dirty="0"/>
              <a:t>.</a:t>
            </a:r>
          </a:p>
          <a:p>
            <a:r>
              <a:rPr lang="en-US" b="1" dirty="0"/>
              <a:t>By the end of March</a:t>
            </a:r>
            <a:r>
              <a:rPr lang="en-US" dirty="0"/>
              <a:t>, the </a:t>
            </a:r>
            <a:r>
              <a:rPr lang="en-US" b="1" dirty="0"/>
              <a:t>Kubernetes architecture will be set up</a:t>
            </a:r>
            <a:r>
              <a:rPr lang="en-US" dirty="0"/>
              <a:t> and the system will be </a:t>
            </a:r>
            <a:r>
              <a:rPr lang="en-US" b="1" dirty="0"/>
              <a:t>deployed to AWS</a:t>
            </a:r>
            <a:r>
              <a:rPr lang="en-US" dirty="0"/>
              <a:t>.</a:t>
            </a:r>
          </a:p>
          <a:p>
            <a:r>
              <a:rPr lang="en-US" b="1" dirty="0"/>
              <a:t>By the end of April</a:t>
            </a:r>
            <a:r>
              <a:rPr lang="en-US" dirty="0"/>
              <a:t>, all </a:t>
            </a:r>
            <a:r>
              <a:rPr lang="en-US" b="1" dirty="0"/>
              <a:t>remaining features will be finalized</a:t>
            </a:r>
            <a:r>
              <a:rPr lang="en-US" dirty="0"/>
              <a:t>, </a:t>
            </a:r>
            <a:r>
              <a:rPr lang="en-US" b="1" dirty="0"/>
              <a:t>testing completed</a:t>
            </a:r>
            <a:r>
              <a:rPr lang="en-US" dirty="0"/>
              <a:t>, and the application </a:t>
            </a:r>
            <a:r>
              <a:rPr lang="en-US" b="1" dirty="0"/>
              <a:t>deployed to the production environment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84B89F-AB52-EB40-887D-0B676A391F0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438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Thank you for your attention.</a:t>
            </a:r>
            <a:endParaRPr lang="en-US" dirty="0"/>
          </a:p>
          <a:p>
            <a:r>
              <a:rPr lang="en-US" dirty="0"/>
              <a:t>I would be </a:t>
            </a:r>
            <a:r>
              <a:rPr lang="en-US" b="1" dirty="0"/>
              <a:t>happy to answer any questions</a:t>
            </a:r>
            <a:r>
              <a:rPr lang="en-US" dirty="0"/>
              <a:t> or </a:t>
            </a:r>
            <a:r>
              <a:rPr lang="en-US" b="1" dirty="0"/>
              <a:t>hear your feedback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84B89F-AB52-EB40-887D-0B676A391F0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948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A611F-E8C4-D231-F3E3-A20EFD03D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626FB5-DD22-5B60-59CC-EA0E765457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C9F201-B727-3411-F663-DBD774FE2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BD42D-80CB-C64D-847D-44D9D4C9C947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C50AEF-96BB-5785-FA49-121188184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5A318-7253-CD6C-7A68-0B2FA8379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C93ED-6E50-2D40-A0BE-0FB230EF2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404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8C04C-36E9-3ADF-9C5A-43663A79E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B100F-D2E3-30AB-CB5D-95D2AE9B6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DF71E-0CAD-D22E-6DC6-4DB0E93BD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BD42D-80CB-C64D-847D-44D9D4C9C947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8B4773-893F-A9A4-C42F-D33B9C949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6D2DA-0F4F-88E1-A746-C1AB1D96B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C93ED-6E50-2D40-A0BE-0FB230EF2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50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D2C46-C2E0-1A66-22D7-29FDABEC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0E75F9-36CC-5689-3209-43572081C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458BF-FE43-241F-2C1F-E9A92E68A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BD42D-80CB-C64D-847D-44D9D4C9C947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08A48-3EA8-2A47-C0FD-6E8BB5FB9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A4D5C-9B19-117B-F36E-56866FAFD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C93ED-6E50-2D40-A0BE-0FB230EF2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646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FC33B-DE3D-9274-4F10-4691FA7E1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AAAF1-7DB1-7E5A-9606-AF66660A32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84ABEA-9ED8-E22B-3CA6-19B7E65515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63FE77-D98D-6518-EA7E-FA646BD71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BD42D-80CB-C64D-847D-44D9D4C9C947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142A49-130C-4B19-2B7D-AD56DA5CE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B88B62-47D4-1C24-A517-2D78338D6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C93ED-6E50-2D40-A0BE-0FB230EF2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921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55DC6-4CE4-5909-BB31-536964D39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46CD08-416B-915A-64F4-CF409D8C6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3BF0EA-A7B6-C090-1F0B-25647D27E9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CD16D3-5D24-F28C-C642-55226ADC4C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042AA5-EC6A-9AC9-803F-D8188C2173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8447BE-9BD4-01E1-0655-1206928EA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BD42D-80CB-C64D-847D-44D9D4C9C947}" type="datetimeFigureOut">
              <a:rPr lang="en-US" smtClean="0"/>
              <a:t>1/26/26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1EA9A8-7BD8-AFB4-9A74-E5FB8E141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AB9F6C-907B-6295-9BB5-042D69E14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C93ED-6E50-2D40-A0BE-0FB230EF2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542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98E35-9A56-3A31-EFDC-CA3990F84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788076-4C3D-70C3-F124-947D1B255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BD42D-80CB-C64D-847D-44D9D4C9C947}" type="datetimeFigureOut">
              <a:rPr lang="en-US" smtClean="0"/>
              <a:t>1/26/26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7A50E5-F2B6-1E8C-9613-F5B780444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EF8E8A-72F6-A5FA-3A54-3F40F8E4A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C93ED-6E50-2D40-A0BE-0FB230EF2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780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A12597-FC2D-6D38-361E-BC8636E00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BD42D-80CB-C64D-847D-44D9D4C9C947}" type="datetimeFigureOut">
              <a:rPr lang="en-US" smtClean="0"/>
              <a:t>1/26/26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633FA9-7A06-E0FB-028D-68438839C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98835B-3AF1-BE30-30CB-267F102C2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C93ED-6E50-2D40-A0BE-0FB230EF2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511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AD96C-2D31-D26A-E507-C55A193F1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42648-1391-7779-EC14-AF57A83B0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0F25C8-1C30-9B65-9D53-241548547D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241777-1F3E-AE58-7B89-71481AAA0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BD42D-80CB-C64D-847D-44D9D4C9C947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E15F18-35CC-3484-9A58-7005C91E9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5253C1-8C96-13B9-981B-45C4F3496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C93ED-6E50-2D40-A0BE-0FB230EF2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953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588A7-5F56-5FC7-A8F5-600275A98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1F94B0-6078-33A0-886F-FF12F9A874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10A8F6-955E-E4EF-6574-73B57E6F72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7A34A4-032E-8027-29A6-1754C8A43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BD42D-80CB-C64D-847D-44D9D4C9C947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B9063E-03E0-11CE-8BBF-916CB9F88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DB34B3-FC8E-671B-EF86-514182647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C93ED-6E50-2D40-A0BE-0FB230EF2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637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11A2B-BE79-2882-3C97-78650721A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48709E-026C-5DF5-311F-F763327BAD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E7CB56-6DF9-9E2F-5D65-965745C2B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BD42D-80CB-C64D-847D-44D9D4C9C947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0111D-2B45-3E40-683A-01F111B12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55A6D-139B-E200-4DDE-7B77FC091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C93ED-6E50-2D40-A0BE-0FB230EF2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7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0DAC92-6877-EF52-7EAC-8EA4355690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26BE7B-0B35-CDCE-7A50-0E7F28DC20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DE12A-C02D-FCE8-C7B9-77D47A90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BD42D-80CB-C64D-847D-44D9D4C9C947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096B77-55C8-0020-1126-D1D03CA73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86989-9EEA-F138-702D-1961600CD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C93ED-6E50-2D40-A0BE-0FB230EF2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104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A752A0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3E1ECF-76AF-3293-2173-DC2E84F43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E86143-139A-BEFF-CAC8-8D498D130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F394E-F173-DEEA-B93E-927B50B33E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8BD42D-80CB-C64D-847D-44D9D4C9C947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EA5D8-8C24-D40F-AA0C-7A9EB4DC2F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F35FF2-7B5F-8DB2-6ECF-115CFEEA31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3C93ED-6E50-2D40-A0BE-0FB230EF2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958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7ED22-634D-FDF3-3598-511CA8F966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43435"/>
            <a:ext cx="9144000" cy="1366528"/>
          </a:xfrm>
          <a:noFill/>
        </p:spPr>
        <p:txBody>
          <a:bodyPr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SF Pro Heavy" pitchFamily="2" charset="0"/>
                <a:ea typeface="SF Pro Heavy" pitchFamily="2" charset="0"/>
                <a:cs typeface="SF Pro Heavy" pitchFamily="2" charset="0"/>
              </a:rPr>
              <a:t>University App 🎓</a:t>
            </a:r>
            <a:br>
              <a:rPr lang="en-US" b="1" dirty="0">
                <a:solidFill>
                  <a:schemeClr val="bg1"/>
                </a:solidFill>
                <a:latin typeface="SF Pro Heavy" pitchFamily="2" charset="0"/>
                <a:ea typeface="SF Pro Heavy" pitchFamily="2" charset="0"/>
                <a:cs typeface="SF Pro Heavy" pitchFamily="2" charset="0"/>
              </a:rPr>
            </a:br>
            <a:r>
              <a:rPr lang="en-US" sz="3200" b="1" dirty="0">
                <a:solidFill>
                  <a:schemeClr val="bg1"/>
                </a:solidFill>
                <a:latin typeface="SF Pro Heavy" pitchFamily="2" charset="0"/>
                <a:ea typeface="SF Pro Heavy" pitchFamily="2" charset="0"/>
                <a:cs typeface="SF Pro Heavy" pitchFamily="2" charset="0"/>
              </a:rPr>
              <a:t>(System Design)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E33249-1022-772F-711A-1E4F542D8F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4082" y="3690067"/>
            <a:ext cx="10023835" cy="1034129"/>
          </a:xfrm>
        </p:spPr>
        <p:txBody>
          <a:bodyPr>
            <a:spAutoFit/>
          </a:bodyPr>
          <a:lstStyle/>
          <a:p>
            <a:r>
              <a:rPr lang="en-US" sz="2000" i="1" dirty="0">
                <a:solidFill>
                  <a:schemeClr val="bg1"/>
                </a:solidFill>
                <a:latin typeface="SF Pro Light" pitchFamily="2" charset="0"/>
                <a:ea typeface="SF Pro Light" pitchFamily="2" charset="0"/>
                <a:cs typeface="SF Pro Light" pitchFamily="2" charset="0"/>
              </a:rPr>
              <a:t>Prepared by</a:t>
            </a:r>
            <a:br>
              <a:rPr lang="en-US" sz="2000" i="1" dirty="0">
                <a:solidFill>
                  <a:schemeClr val="bg1"/>
                </a:solidFill>
                <a:latin typeface="SF Pro Light" pitchFamily="2" charset="0"/>
                <a:ea typeface="SF Pro Light" pitchFamily="2" charset="0"/>
                <a:cs typeface="SF Pro Light" pitchFamily="2" charset="0"/>
              </a:rPr>
            </a:br>
            <a:br>
              <a:rPr lang="en-US" dirty="0">
                <a:solidFill>
                  <a:schemeClr val="bg1"/>
                </a:solidFill>
                <a:latin typeface="SF Pro Light" pitchFamily="2" charset="0"/>
                <a:ea typeface="SF Pro Light" pitchFamily="2" charset="0"/>
                <a:cs typeface="SF Pro Light" pitchFamily="2" charset="0"/>
              </a:rPr>
            </a:br>
            <a:r>
              <a:rPr lang="en-US" dirty="0">
                <a:solidFill>
                  <a:schemeClr val="bg1"/>
                </a:solidFill>
                <a:latin typeface="SF Pro Light" pitchFamily="2" charset="0"/>
                <a:ea typeface="SF Pro Light" pitchFamily="2" charset="0"/>
                <a:cs typeface="SF Pro Light" pitchFamily="2" charset="0"/>
              </a:rPr>
              <a:t>Ihor Melashchenko (C00290950), Software Development, Year 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9F139C-E317-50CD-44FF-15AD93BBB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2735" y="596803"/>
            <a:ext cx="1366528" cy="136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455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8F107-4B24-14B4-201A-7CB6DE564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SF Pro Heavy" pitchFamily="2" charset="0"/>
                <a:ea typeface="SF Pro Heavy" pitchFamily="2" charset="0"/>
                <a:cs typeface="SF Pro Heavy" pitchFamily="2" charset="0"/>
              </a:rPr>
              <a:t>🛠️ System Architecture Diagram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FB87A89-CF93-DADA-23B7-DB2419BC85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645948"/>
            <a:ext cx="9835814" cy="4846927"/>
          </a:xfrm>
        </p:spPr>
      </p:pic>
    </p:spTree>
    <p:extLst>
      <p:ext uri="{BB962C8B-B14F-4D97-AF65-F5344CB8AC3E}">
        <p14:creationId xmlns:p14="http://schemas.microsoft.com/office/powerpoint/2010/main" val="3541232546"/>
      </p:ext>
    </p:extLst>
  </p:cSld>
  <p:clrMapOvr>
    <a:masterClrMapping/>
  </p:clrMapOvr>
  <p:transition spd="slow">
    <p:cover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0B29A-EBDA-E64C-3873-DFAE79352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A503B-4F03-AE54-8878-59F501E3A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SF Pro Heavy" pitchFamily="2" charset="0"/>
                <a:ea typeface="SF Pro Heavy" pitchFamily="2" charset="0"/>
                <a:cs typeface="SF Pro Heavy" pitchFamily="2" charset="0"/>
              </a:rPr>
              <a:t>🛠️ iOS Application (Part 1)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54AE924-9C4B-9CED-791D-83CEE07FD7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690688"/>
            <a:ext cx="2292973" cy="4351338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7C60F6D-3082-614C-FC1B-F98185544E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1173" y="1690688"/>
            <a:ext cx="2292974" cy="43513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DCA49DD-05C3-7204-7521-DE21D36444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4146" y="1690688"/>
            <a:ext cx="2292974" cy="435133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E78DD08-4FD2-7696-B2C6-086A6C23BE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7120" y="1690688"/>
            <a:ext cx="229297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953865"/>
      </p:ext>
    </p:extLst>
  </p:cSld>
  <p:clrMapOvr>
    <a:masterClrMapping/>
  </p:clrMapOvr>
  <p:transition spd="slow">
    <p:cover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540BE-928F-7477-2491-9EDA07ABA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2CD47-20B5-8668-A756-DA7E8ACC5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SF Pro Heavy" pitchFamily="2" charset="0"/>
                <a:ea typeface="SF Pro Heavy" pitchFamily="2" charset="0"/>
                <a:cs typeface="SF Pro Heavy" pitchFamily="2" charset="0"/>
              </a:rPr>
              <a:t>🛠️ iOS Application (Part 2)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F4D2B1-F95B-83ED-D1B9-8B3559827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8"/>
            <a:ext cx="2292974" cy="43513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06575F4-D6A2-A202-5277-D1B2525A81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1174" y="1690688"/>
            <a:ext cx="2292974" cy="435133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55BE059-9772-3A7D-55C4-8F866C73B9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4148" y="1690688"/>
            <a:ext cx="229297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871423"/>
      </p:ext>
    </p:extLst>
  </p:cSld>
  <p:clrMapOvr>
    <a:masterClrMapping/>
  </p:clrMapOvr>
  <p:transition spd="slow">
    <p:cover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AAEC5-DAE2-9B9C-6826-5C211D435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SF Pro Heavy" pitchFamily="2" charset="0"/>
                <a:ea typeface="SF Pro Heavy" pitchFamily="2" charset="0"/>
                <a:cs typeface="SF Pro Heavy" pitchFamily="2" charset="0"/>
              </a:rPr>
              <a:t>🎨 Mockup (For Reference)</a:t>
            </a:r>
          </a:p>
        </p:txBody>
      </p:sp>
      <p:pic>
        <p:nvPicPr>
          <p:cNvPr id="9" name="Content Placeholder 8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D313D1BF-C6E1-FD81-D28C-B586C1ED20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6413" y="1690688"/>
            <a:ext cx="10517387" cy="2954884"/>
          </a:xfrm>
        </p:spPr>
      </p:pic>
    </p:spTree>
    <p:extLst>
      <p:ext uri="{BB962C8B-B14F-4D97-AF65-F5344CB8AC3E}">
        <p14:creationId xmlns:p14="http://schemas.microsoft.com/office/powerpoint/2010/main" val="42953212"/>
      </p:ext>
    </p:extLst>
  </p:cSld>
  <p:clrMapOvr>
    <a:masterClrMapping/>
  </p:clrMapOvr>
  <p:transition spd="slow">
    <p:cover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FE9F8-2CC4-7275-F8A6-D90E24537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SF Pro Heavy" pitchFamily="2" charset="0"/>
                <a:ea typeface="SF Pro Heavy" pitchFamily="2" charset="0"/>
                <a:cs typeface="SF Pro Heavy" pitchFamily="2" charset="0"/>
              </a:rPr>
              <a:t>🎯 Milestones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127ED-3F5F-D417-838C-04DDCFF71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2544286"/>
          </a:xfrm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Complete documentation </a:t>
            </a:r>
            <a:r>
              <a:rPr lang="en-US" i="1" dirty="0">
                <a:solidFill>
                  <a:schemeClr val="bg1"/>
                </a:solidFill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(est. end of January)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Complete backend </a:t>
            </a:r>
            <a:r>
              <a:rPr lang="en-US" i="1" dirty="0">
                <a:solidFill>
                  <a:schemeClr val="bg1"/>
                </a:solidFill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(est. end of February)</a:t>
            </a:r>
            <a:endParaRPr lang="en-US" dirty="0">
              <a:solidFill>
                <a:schemeClr val="bg1"/>
              </a:solidFill>
              <a:latin typeface="SF Pro Semibold" pitchFamily="2" charset="0"/>
              <a:ea typeface="SF Pro Semibold" pitchFamily="2" charset="0"/>
              <a:cs typeface="SF Pro Semibold" pitchFamily="2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Complete iOS application </a:t>
            </a:r>
            <a:r>
              <a:rPr lang="en-US" i="1" dirty="0">
                <a:solidFill>
                  <a:schemeClr val="bg1"/>
                </a:solidFill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(est. end of February)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Complete Kubernetes and AWS setup </a:t>
            </a:r>
            <a:r>
              <a:rPr lang="en-US" i="1" dirty="0">
                <a:solidFill>
                  <a:schemeClr val="bg1"/>
                </a:solidFill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(est. end of March)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Ship to production </a:t>
            </a:r>
            <a:r>
              <a:rPr lang="en-US" i="1" dirty="0">
                <a:solidFill>
                  <a:schemeClr val="bg1"/>
                </a:solidFill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(est. end of April)</a:t>
            </a:r>
          </a:p>
        </p:txBody>
      </p:sp>
    </p:spTree>
    <p:extLst>
      <p:ext uri="{BB962C8B-B14F-4D97-AF65-F5344CB8AC3E}">
        <p14:creationId xmlns:p14="http://schemas.microsoft.com/office/powerpoint/2010/main" val="3064324184"/>
      </p:ext>
    </p:extLst>
  </p:cSld>
  <p:clrMapOvr>
    <a:masterClrMapping/>
  </p:clrMapOvr>
  <p:transition spd="slow">
    <p:cover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678A0-442D-AC2D-60D1-4471A4210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SF Pro Heavy" pitchFamily="2" charset="0"/>
                <a:ea typeface="SF Pro Heavy" pitchFamily="2" charset="0"/>
                <a:cs typeface="SF Pro Heavy" pitchFamily="2" charset="0"/>
              </a:rPr>
              <a:t>🙏 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CA75A-80CA-B1A6-D57B-20D671A483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5400" y="3104327"/>
            <a:ext cx="4521200" cy="649345"/>
          </a:xfr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4000" dirty="0">
                <a:solidFill>
                  <a:schemeClr val="bg1"/>
                </a:solidFill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Any Questions? 🤔</a:t>
            </a:r>
          </a:p>
        </p:txBody>
      </p:sp>
    </p:spTree>
    <p:extLst>
      <p:ext uri="{BB962C8B-B14F-4D97-AF65-F5344CB8AC3E}">
        <p14:creationId xmlns:p14="http://schemas.microsoft.com/office/powerpoint/2010/main" val="4187009326"/>
      </p:ext>
    </p:extLst>
  </p:cSld>
  <p:clrMapOvr>
    <a:masterClrMapping/>
  </p:clrMapOvr>
  <p:transition spd="slow">
    <p:cover dir="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2629</TotalTime>
  <Words>890</Words>
  <Application>Microsoft Macintosh PowerPoint</Application>
  <PresentationFormat>Widescreen</PresentationFormat>
  <Paragraphs>61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SF Pro Heavy</vt:lpstr>
      <vt:lpstr>SF Pro Light</vt:lpstr>
      <vt:lpstr>SF Pro Semibold</vt:lpstr>
      <vt:lpstr>Office Theme</vt:lpstr>
      <vt:lpstr>University App 🎓 (System Design)</vt:lpstr>
      <vt:lpstr>🛠️ System Architecture Diagram</vt:lpstr>
      <vt:lpstr>🛠️ iOS Application (Part 1)</vt:lpstr>
      <vt:lpstr>🛠️ iOS Application (Part 2)</vt:lpstr>
      <vt:lpstr>🎨 Mockup (For Reference)</vt:lpstr>
      <vt:lpstr>🎯 Milestones</vt:lpstr>
      <vt:lpstr>🙏 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(Student  C00290950) Ihor Melashchenko</dc:creator>
  <cp:lastModifiedBy>(Student  C00290950) Ihor Melashchenko</cp:lastModifiedBy>
  <cp:revision>1</cp:revision>
  <dcterms:created xsi:type="dcterms:W3CDTF">2025-10-20T11:33:45Z</dcterms:created>
  <dcterms:modified xsi:type="dcterms:W3CDTF">2026-01-26T15:30:33Z</dcterms:modified>
</cp:coreProperties>
</file>