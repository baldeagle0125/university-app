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5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252A5-F211-B64E-BFF2-BB67876EA74F}" v="110" dt="2025-10-24T07:52:24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8"/>
    <p:restoredTop sz="89755"/>
  </p:normalViewPr>
  <p:slideViewPr>
    <p:cSldViewPr snapToGrid="0">
      <p:cViewPr varScale="1">
        <p:scale>
          <a:sx n="121" d="100"/>
          <a:sy n="121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tudent  C00290950) Ihor Melashchenko" userId="af8c1d4a-647d-4f41-a1fe-c9ec24e6bc8e" providerId="ADAL" clId="{D64AD54D-5664-5F07-AFB1-54E630582E64}"/>
    <pc:docChg chg="undo redo custSel addSld delSld modSld modMainMaster">
      <pc:chgData name="(Student  C00290950) Ihor Melashchenko" userId="af8c1d4a-647d-4f41-a1fe-c9ec24e6bc8e" providerId="ADAL" clId="{D64AD54D-5664-5F07-AFB1-54E630582E64}" dt="2025-10-23T19:02:37.820" v="6228" actId="20577"/>
      <pc:docMkLst>
        <pc:docMk/>
      </pc:docMkLst>
      <pc:sldChg chg="addSp delSp modSp mod modTransition setBg modNotesTx">
        <pc:chgData name="(Student  C00290950) Ihor Melashchenko" userId="af8c1d4a-647d-4f41-a1fe-c9ec24e6bc8e" providerId="ADAL" clId="{D64AD54D-5664-5F07-AFB1-54E630582E64}" dt="2025-10-23T18:56:10.149" v="5932" actId="20577"/>
        <pc:sldMkLst>
          <pc:docMk/>
          <pc:sldMk cId="1628455586" sldId="256"/>
        </pc:sldMkLst>
        <pc:spChg chg="mod">
          <ac:chgData name="(Student  C00290950) Ihor Melashchenko" userId="af8c1d4a-647d-4f41-a1fe-c9ec24e6bc8e" providerId="ADAL" clId="{D64AD54D-5664-5F07-AFB1-54E630582E64}" dt="2025-10-23T18:03:27.504" v="931" actId="1076"/>
          <ac:spMkLst>
            <pc:docMk/>
            <pc:sldMk cId="1628455586" sldId="256"/>
            <ac:spMk id="2" creationId="{9BC7ED22-634D-FDF3-3598-511CA8F966B1}"/>
          </ac:spMkLst>
        </pc:spChg>
        <pc:spChg chg="mod">
          <ac:chgData name="(Student  C00290950) Ihor Melashchenko" userId="af8c1d4a-647d-4f41-a1fe-c9ec24e6bc8e" providerId="ADAL" clId="{D64AD54D-5664-5F07-AFB1-54E630582E64}" dt="2025-10-23T18:04:53.786" v="950" actId="1076"/>
          <ac:spMkLst>
            <pc:docMk/>
            <pc:sldMk cId="1628455586" sldId="256"/>
            <ac:spMk id="3" creationId="{3CE33249-1022-772F-711A-1E4F542D8FD3}"/>
          </ac:spMkLst>
        </pc:spChg>
        <pc:spChg chg="add del">
          <ac:chgData name="(Student  C00290950) Ihor Melashchenko" userId="af8c1d4a-647d-4f41-a1fe-c9ec24e6bc8e" providerId="ADAL" clId="{D64AD54D-5664-5F07-AFB1-54E630582E64}" dt="2025-10-23T18:04:29.671" v="942" actId="22"/>
          <ac:spMkLst>
            <pc:docMk/>
            <pc:sldMk cId="1628455586" sldId="256"/>
            <ac:spMk id="5" creationId="{615323E0-4FFC-BA29-8CA2-5BEAA89D6306}"/>
          </ac:spMkLst>
        </pc:spChg>
      </pc:sldChg>
      <pc:sldChg chg="del">
        <pc:chgData name="(Student  C00290950) Ihor Melashchenko" userId="af8c1d4a-647d-4f41-a1fe-c9ec24e6bc8e" providerId="ADAL" clId="{D64AD54D-5664-5F07-AFB1-54E630582E64}" dt="2025-10-23T15:49:21.940" v="33" actId="2696"/>
        <pc:sldMkLst>
          <pc:docMk/>
          <pc:sldMk cId="2538571614" sldId="257"/>
        </pc:sldMkLst>
      </pc:sldChg>
      <pc:sldChg chg="addSp delSp modSp new mod modTransition modAnim modNotesTx">
        <pc:chgData name="(Student  C00290950) Ihor Melashchenko" userId="af8c1d4a-647d-4f41-a1fe-c9ec24e6bc8e" providerId="ADAL" clId="{D64AD54D-5664-5F07-AFB1-54E630582E64}" dt="2025-10-23T18:58:19.252" v="6034" actId="20577"/>
        <pc:sldMkLst>
          <pc:docMk/>
          <pc:sldMk cId="3338781517" sldId="257"/>
        </pc:sldMkLst>
        <pc:spChg chg="mod">
          <ac:chgData name="(Student  C00290950) Ihor Melashchenko" userId="af8c1d4a-647d-4f41-a1fe-c9ec24e6bc8e" providerId="ADAL" clId="{D64AD54D-5664-5F07-AFB1-54E630582E64}" dt="2025-10-23T16:02:35.228" v="110" actId="2711"/>
          <ac:spMkLst>
            <pc:docMk/>
            <pc:sldMk cId="3338781517" sldId="257"/>
            <ac:spMk id="2" creationId="{A9CEF121-2459-50D3-A299-DF2BE3C1F7ED}"/>
          </ac:spMkLst>
        </pc:spChg>
        <pc:spChg chg="mod">
          <ac:chgData name="(Student  C00290950) Ihor Melashchenko" userId="af8c1d4a-647d-4f41-a1fe-c9ec24e6bc8e" providerId="ADAL" clId="{D64AD54D-5664-5F07-AFB1-54E630582E64}" dt="2025-10-23T17:56:25.116" v="888" actId="20577"/>
          <ac:spMkLst>
            <pc:docMk/>
            <pc:sldMk cId="3338781517" sldId="257"/>
            <ac:spMk id="3" creationId="{7FBF1E35-4215-5D2D-1811-BB928552150F}"/>
          </ac:spMkLst>
        </pc:spChg>
        <pc:picChg chg="add mod">
          <ac:chgData name="(Student  C00290950) Ihor Melashchenko" userId="af8c1d4a-647d-4f41-a1fe-c9ec24e6bc8e" providerId="ADAL" clId="{D64AD54D-5664-5F07-AFB1-54E630582E64}" dt="2025-10-23T16:16:25.360" v="303" actId="962"/>
          <ac:picMkLst>
            <pc:docMk/>
            <pc:sldMk cId="3338781517" sldId="257"/>
            <ac:picMk id="5" creationId="{01A10C7C-FCCC-27D5-82E5-0633D1EADE5C}"/>
          </ac:picMkLst>
        </pc:picChg>
        <pc:picChg chg="add del mod">
          <ac:chgData name="(Student  C00290950) Ihor Melashchenko" userId="af8c1d4a-647d-4f41-a1fe-c9ec24e6bc8e" providerId="ADAL" clId="{D64AD54D-5664-5F07-AFB1-54E630582E64}" dt="2025-10-23T16:16:44.689" v="307" actId="478"/>
          <ac:picMkLst>
            <pc:docMk/>
            <pc:sldMk cId="3338781517" sldId="257"/>
            <ac:picMk id="7" creationId="{691B1DAE-681D-A516-E029-AF54FCF5E343}"/>
          </ac:picMkLst>
        </pc:picChg>
        <pc:picChg chg="add mod">
          <ac:chgData name="(Student  C00290950) Ihor Melashchenko" userId="af8c1d4a-647d-4f41-a1fe-c9ec24e6bc8e" providerId="ADAL" clId="{D64AD54D-5664-5F07-AFB1-54E630582E64}" dt="2025-10-23T16:18:02.719" v="319" actId="1076"/>
          <ac:picMkLst>
            <pc:docMk/>
            <pc:sldMk cId="3338781517" sldId="257"/>
            <ac:picMk id="9" creationId="{E6A190F2-130C-F586-4094-9484D55CEBC3}"/>
          </ac:picMkLst>
        </pc:picChg>
        <pc:picChg chg="add mod">
          <ac:chgData name="(Student  C00290950) Ihor Melashchenko" userId="af8c1d4a-647d-4f41-a1fe-c9ec24e6bc8e" providerId="ADAL" clId="{D64AD54D-5664-5F07-AFB1-54E630582E64}" dt="2025-10-23T16:18:47.672" v="331" actId="1076"/>
          <ac:picMkLst>
            <pc:docMk/>
            <pc:sldMk cId="3338781517" sldId="257"/>
            <ac:picMk id="11" creationId="{2A69E217-1F81-F1E1-FEFD-8430B37E8826}"/>
          </ac:picMkLst>
        </pc:picChg>
        <pc:picChg chg="add mod">
          <ac:chgData name="(Student  C00290950) Ihor Melashchenko" userId="af8c1d4a-647d-4f41-a1fe-c9ec24e6bc8e" providerId="ADAL" clId="{D64AD54D-5664-5F07-AFB1-54E630582E64}" dt="2025-10-23T16:40:35.269" v="355" actId="1076"/>
          <ac:picMkLst>
            <pc:docMk/>
            <pc:sldMk cId="3338781517" sldId="257"/>
            <ac:picMk id="13" creationId="{D3938D7A-090D-CA7A-1405-39437CF71CD8}"/>
          </ac:picMkLst>
        </pc:picChg>
      </pc:sldChg>
      <pc:sldChg chg="del">
        <pc:chgData name="(Student  C00290950) Ihor Melashchenko" userId="af8c1d4a-647d-4f41-a1fe-c9ec24e6bc8e" providerId="ADAL" clId="{D64AD54D-5664-5F07-AFB1-54E630582E64}" dt="2025-10-23T15:49:21.906" v="32" actId="2696"/>
        <pc:sldMkLst>
          <pc:docMk/>
          <pc:sldMk cId="355417880" sldId="258"/>
        </pc:sldMkLst>
      </pc:sldChg>
      <pc:sldChg chg="addSp delSp modSp new mod modTransition modAnim modNotesTx">
        <pc:chgData name="(Student  C00290950) Ihor Melashchenko" userId="af8c1d4a-647d-4f41-a1fe-c9ec24e6bc8e" providerId="ADAL" clId="{D64AD54D-5664-5F07-AFB1-54E630582E64}" dt="2025-10-23T18:58:54.138" v="6051" actId="20577"/>
        <pc:sldMkLst>
          <pc:docMk/>
          <pc:sldMk cId="3967427430" sldId="258"/>
        </pc:sldMkLst>
        <pc:spChg chg="mod">
          <ac:chgData name="(Student  C00290950) Ihor Melashchenko" userId="af8c1d4a-647d-4f41-a1fe-c9ec24e6bc8e" providerId="ADAL" clId="{D64AD54D-5664-5F07-AFB1-54E630582E64}" dt="2025-10-23T16:02:56.664" v="112" actId="2711"/>
          <ac:spMkLst>
            <pc:docMk/>
            <pc:sldMk cId="3967427430" sldId="258"/>
            <ac:spMk id="2" creationId="{EB6C13C1-7A08-2656-31A3-DA41EE704C53}"/>
          </ac:spMkLst>
        </pc:spChg>
        <pc:spChg chg="add del mod">
          <ac:chgData name="(Student  C00290950) Ihor Melashchenko" userId="af8c1d4a-647d-4f41-a1fe-c9ec24e6bc8e" providerId="ADAL" clId="{D64AD54D-5664-5F07-AFB1-54E630582E64}" dt="2025-10-23T16:52:11.293" v="441" actId="1076"/>
          <ac:spMkLst>
            <pc:docMk/>
            <pc:sldMk cId="3967427430" sldId="258"/>
            <ac:spMk id="3" creationId="{D45C9A3E-20D1-EC2F-4DC1-229B611E7BFF}"/>
          </ac:spMkLst>
        </pc:spChg>
        <pc:picChg chg="add mod">
          <ac:chgData name="(Student  C00290950) Ihor Melashchenko" userId="af8c1d4a-647d-4f41-a1fe-c9ec24e6bc8e" providerId="ADAL" clId="{D64AD54D-5664-5F07-AFB1-54E630582E64}" dt="2025-10-23T16:40:39.491" v="359" actId="931"/>
          <ac:picMkLst>
            <pc:docMk/>
            <pc:sldMk cId="3967427430" sldId="258"/>
            <ac:picMk id="5" creationId="{B84CA762-E4E0-C63F-E0DA-E5985BCA1C56}"/>
          </ac:picMkLst>
        </pc:picChg>
        <pc:picChg chg="add mod">
          <ac:chgData name="(Student  C00290950) Ihor Melashchenko" userId="af8c1d4a-647d-4f41-a1fe-c9ec24e6bc8e" providerId="ADAL" clId="{D64AD54D-5664-5F07-AFB1-54E630582E64}" dt="2025-10-23T16:40:39.491" v="359" actId="931"/>
          <ac:picMkLst>
            <pc:docMk/>
            <pc:sldMk cId="3967427430" sldId="258"/>
            <ac:picMk id="7" creationId="{512C7ABB-2908-93A9-6A3F-2D77FE7D11D4}"/>
          </ac:picMkLst>
        </pc:picChg>
        <pc:picChg chg="add mod">
          <ac:chgData name="(Student  C00290950) Ihor Melashchenko" userId="af8c1d4a-647d-4f41-a1fe-c9ec24e6bc8e" providerId="ADAL" clId="{D64AD54D-5664-5F07-AFB1-54E630582E64}" dt="2025-10-23T16:40:39.491" v="359" actId="931"/>
          <ac:picMkLst>
            <pc:docMk/>
            <pc:sldMk cId="3967427430" sldId="258"/>
            <ac:picMk id="9" creationId="{CCA7A419-CA24-8C1B-E058-6BCDB21F2660}"/>
          </ac:picMkLst>
        </pc:picChg>
        <pc:picChg chg="add del mod">
          <ac:chgData name="(Student  C00290950) Ihor Melashchenko" userId="af8c1d4a-647d-4f41-a1fe-c9ec24e6bc8e" providerId="ADAL" clId="{D64AD54D-5664-5F07-AFB1-54E630582E64}" dt="2025-10-23T16:50:51.106" v="424" actId="478"/>
          <ac:picMkLst>
            <pc:docMk/>
            <pc:sldMk cId="3967427430" sldId="258"/>
            <ac:picMk id="11" creationId="{C947FB12-3BFF-0E61-CCE3-8EC6FD136FE3}"/>
          </ac:picMkLst>
        </pc:picChg>
        <pc:picChg chg="add mod">
          <ac:chgData name="(Student  C00290950) Ihor Melashchenko" userId="af8c1d4a-647d-4f41-a1fe-c9ec24e6bc8e" providerId="ADAL" clId="{D64AD54D-5664-5F07-AFB1-54E630582E64}" dt="2025-10-23T16:52:31.026" v="444" actId="1076"/>
          <ac:picMkLst>
            <pc:docMk/>
            <pc:sldMk cId="3967427430" sldId="258"/>
            <ac:picMk id="13" creationId="{5B0F2C0C-D35E-4B58-2F00-51BA305E77C3}"/>
          </ac:picMkLst>
        </pc:picChg>
      </pc:sldChg>
      <pc:sldChg chg="addSp modSp new mod modTransition modAnim modNotesTx">
        <pc:chgData name="(Student  C00290950) Ihor Melashchenko" userId="af8c1d4a-647d-4f41-a1fe-c9ec24e6bc8e" providerId="ADAL" clId="{D64AD54D-5664-5F07-AFB1-54E630582E64}" dt="2025-10-23T19:00:17.523" v="6111" actId="20577"/>
        <pc:sldMkLst>
          <pc:docMk/>
          <pc:sldMk cId="3064324184" sldId="259"/>
        </pc:sldMkLst>
        <pc:spChg chg="mod">
          <ac:chgData name="(Student  C00290950) Ihor Melashchenko" userId="af8c1d4a-647d-4f41-a1fe-c9ec24e6bc8e" providerId="ADAL" clId="{D64AD54D-5664-5F07-AFB1-54E630582E64}" dt="2025-10-23T16:04:35.100" v="134" actId="20577"/>
          <ac:spMkLst>
            <pc:docMk/>
            <pc:sldMk cId="3064324184" sldId="259"/>
            <ac:spMk id="2" creationId="{AB3FE9F8-2CC4-7275-F8A6-D90E2453770E}"/>
          </ac:spMkLst>
        </pc:spChg>
        <pc:spChg chg="mod">
          <ac:chgData name="(Student  C00290950) Ihor Melashchenko" userId="af8c1d4a-647d-4f41-a1fe-c9ec24e6bc8e" providerId="ADAL" clId="{D64AD54D-5664-5F07-AFB1-54E630582E64}" dt="2025-10-23T17:56:08.447" v="885" actId="20577"/>
          <ac:spMkLst>
            <pc:docMk/>
            <pc:sldMk cId="3064324184" sldId="259"/>
            <ac:spMk id="3" creationId="{7A0127ED-3F5F-D417-838C-04DDCFF71AD5}"/>
          </ac:spMkLst>
        </pc:spChg>
        <pc:picChg chg="add mod">
          <ac:chgData name="(Student  C00290950) Ihor Melashchenko" userId="af8c1d4a-647d-4f41-a1fe-c9ec24e6bc8e" providerId="ADAL" clId="{D64AD54D-5664-5F07-AFB1-54E630582E64}" dt="2025-10-23T17:51:18.215" v="868" actId="1076"/>
          <ac:picMkLst>
            <pc:docMk/>
            <pc:sldMk cId="3064324184" sldId="259"/>
            <ac:picMk id="5" creationId="{569BF4A4-2321-F8B3-6CAC-F5DF4C6B1FCA}"/>
          </ac:picMkLst>
        </pc:picChg>
        <pc:picChg chg="add mod">
          <ac:chgData name="(Student  C00290950) Ihor Melashchenko" userId="af8c1d4a-647d-4f41-a1fe-c9ec24e6bc8e" providerId="ADAL" clId="{D64AD54D-5664-5F07-AFB1-54E630582E64}" dt="2025-10-23T17:51:41.432" v="870" actId="1076"/>
          <ac:picMkLst>
            <pc:docMk/>
            <pc:sldMk cId="3064324184" sldId="259"/>
            <ac:picMk id="7" creationId="{1D661067-8CFF-B6ED-F5DE-E32BA04FCAC5}"/>
          </ac:picMkLst>
        </pc:picChg>
        <pc:picChg chg="add mod">
          <ac:chgData name="(Student  C00290950) Ihor Melashchenko" userId="af8c1d4a-647d-4f41-a1fe-c9ec24e6bc8e" providerId="ADAL" clId="{D64AD54D-5664-5F07-AFB1-54E630582E64}" dt="2025-10-23T17:51:20.897" v="869" actId="1076"/>
          <ac:picMkLst>
            <pc:docMk/>
            <pc:sldMk cId="3064324184" sldId="259"/>
            <ac:picMk id="9" creationId="{3D9BCE42-8099-1D2B-A0FE-3D22278B536F}"/>
          </ac:picMkLst>
        </pc:picChg>
        <pc:picChg chg="add mod">
          <ac:chgData name="(Student  C00290950) Ihor Melashchenko" userId="af8c1d4a-647d-4f41-a1fe-c9ec24e6bc8e" providerId="ADAL" clId="{D64AD54D-5664-5F07-AFB1-54E630582E64}" dt="2025-10-23T17:51:09.682" v="865" actId="1076"/>
          <ac:picMkLst>
            <pc:docMk/>
            <pc:sldMk cId="3064324184" sldId="259"/>
            <ac:picMk id="11" creationId="{A10CDB16-31FB-3803-7D61-483D581E324B}"/>
          </ac:picMkLst>
        </pc:picChg>
      </pc:sldChg>
      <pc:sldChg chg="del">
        <pc:chgData name="(Student  C00290950) Ihor Melashchenko" userId="af8c1d4a-647d-4f41-a1fe-c9ec24e6bc8e" providerId="ADAL" clId="{D64AD54D-5664-5F07-AFB1-54E630582E64}" dt="2025-10-23T15:49:21.881" v="31" actId="2696"/>
        <pc:sldMkLst>
          <pc:docMk/>
          <pc:sldMk cId="3212734574" sldId="259"/>
        </pc:sldMkLst>
      </pc:sldChg>
      <pc:sldChg chg="del">
        <pc:chgData name="(Student  C00290950) Ihor Melashchenko" userId="af8c1d4a-647d-4f41-a1fe-c9ec24e6bc8e" providerId="ADAL" clId="{D64AD54D-5664-5F07-AFB1-54E630582E64}" dt="2025-10-23T15:49:22.508" v="34" actId="2696"/>
        <pc:sldMkLst>
          <pc:docMk/>
          <pc:sldMk cId="935801604" sldId="260"/>
        </pc:sldMkLst>
      </pc:sldChg>
      <pc:sldChg chg="addSp delSp modSp new mod modTransition modAnim modNotesTx">
        <pc:chgData name="(Student  C00290950) Ihor Melashchenko" userId="af8c1d4a-647d-4f41-a1fe-c9ec24e6bc8e" providerId="ADAL" clId="{D64AD54D-5664-5F07-AFB1-54E630582E64}" dt="2025-10-23T19:01:58.220" v="6202" actId="20577"/>
        <pc:sldMkLst>
          <pc:docMk/>
          <pc:sldMk cId="3541232546" sldId="260"/>
        </pc:sldMkLst>
        <pc:spChg chg="mod">
          <ac:chgData name="(Student  C00290950) Ihor Melashchenko" userId="af8c1d4a-647d-4f41-a1fe-c9ec24e6bc8e" providerId="ADAL" clId="{D64AD54D-5664-5F07-AFB1-54E630582E64}" dt="2025-10-23T17:12:54.405" v="684" actId="20577"/>
          <ac:spMkLst>
            <pc:docMk/>
            <pc:sldMk cId="3541232546" sldId="260"/>
            <ac:spMk id="2" creationId="{45D8F107-4B24-14B4-201A-7CB6DE56417A}"/>
          </ac:spMkLst>
        </pc:spChg>
        <pc:spChg chg="del">
          <ac:chgData name="(Student  C00290950) Ihor Melashchenko" userId="af8c1d4a-647d-4f41-a1fe-c9ec24e6bc8e" providerId="ADAL" clId="{D64AD54D-5664-5F07-AFB1-54E630582E64}" dt="2025-10-23T17:30:41.939" v="690" actId="931"/>
          <ac:spMkLst>
            <pc:docMk/>
            <pc:sldMk cId="3541232546" sldId="260"/>
            <ac:spMk id="3" creationId="{B5877055-A540-80AD-697F-573C1E3F9251}"/>
          </ac:spMkLst>
        </pc:spChg>
        <pc:picChg chg="add mod">
          <ac:chgData name="(Student  C00290950) Ihor Melashchenko" userId="af8c1d4a-647d-4f41-a1fe-c9ec24e6bc8e" providerId="ADAL" clId="{D64AD54D-5664-5F07-AFB1-54E630582E64}" dt="2025-10-23T17:37:35.834" v="757" actId="1076"/>
          <ac:picMkLst>
            <pc:docMk/>
            <pc:sldMk cId="3541232546" sldId="260"/>
            <ac:picMk id="5" creationId="{245FF33A-0EED-EAFE-B4CC-3954EEA9741A}"/>
          </ac:picMkLst>
        </pc:picChg>
        <pc:picChg chg="add mod">
          <ac:chgData name="(Student  C00290950) Ihor Melashchenko" userId="af8c1d4a-647d-4f41-a1fe-c9ec24e6bc8e" providerId="ADAL" clId="{D64AD54D-5664-5F07-AFB1-54E630582E64}" dt="2025-10-23T17:37:35.834" v="757" actId="1076"/>
          <ac:picMkLst>
            <pc:docMk/>
            <pc:sldMk cId="3541232546" sldId="260"/>
            <ac:picMk id="7" creationId="{B75ABF78-6458-6E22-CE79-4E74C051682C}"/>
          </ac:picMkLst>
        </pc:picChg>
        <pc:picChg chg="add mod">
          <ac:chgData name="(Student  C00290950) Ihor Melashchenko" userId="af8c1d4a-647d-4f41-a1fe-c9ec24e6bc8e" providerId="ADAL" clId="{D64AD54D-5664-5F07-AFB1-54E630582E64}" dt="2025-10-23T18:01:34.215" v="917" actId="1076"/>
          <ac:picMkLst>
            <pc:docMk/>
            <pc:sldMk cId="3541232546" sldId="260"/>
            <ac:picMk id="9" creationId="{4126E366-4B9C-F91F-C9E1-4259AEC10371}"/>
          </ac:picMkLst>
        </pc:picChg>
        <pc:picChg chg="add mod">
          <ac:chgData name="(Student  C00290950) Ihor Melashchenko" userId="af8c1d4a-647d-4f41-a1fe-c9ec24e6bc8e" providerId="ADAL" clId="{D64AD54D-5664-5F07-AFB1-54E630582E64}" dt="2025-10-23T18:01:34.215" v="917" actId="1076"/>
          <ac:picMkLst>
            <pc:docMk/>
            <pc:sldMk cId="3541232546" sldId="260"/>
            <ac:picMk id="11" creationId="{5C1EE969-7183-4652-CF0B-A69D6E05CB09}"/>
          </ac:picMkLst>
        </pc:picChg>
        <pc:picChg chg="add del mod">
          <ac:chgData name="(Student  C00290950) Ihor Melashchenko" userId="af8c1d4a-647d-4f41-a1fe-c9ec24e6bc8e" providerId="ADAL" clId="{D64AD54D-5664-5F07-AFB1-54E630582E64}" dt="2025-10-23T17:34:30.593" v="729" actId="478"/>
          <ac:picMkLst>
            <pc:docMk/>
            <pc:sldMk cId="3541232546" sldId="260"/>
            <ac:picMk id="13" creationId="{98ADD66D-DD36-C312-BA69-A2B852A3A748}"/>
          </ac:picMkLst>
        </pc:picChg>
        <pc:picChg chg="add mod">
          <ac:chgData name="(Student  C00290950) Ihor Melashchenko" userId="af8c1d4a-647d-4f41-a1fe-c9ec24e6bc8e" providerId="ADAL" clId="{D64AD54D-5664-5F07-AFB1-54E630582E64}" dt="2025-10-23T18:00:33.599" v="910" actId="1076"/>
          <ac:picMkLst>
            <pc:docMk/>
            <pc:sldMk cId="3541232546" sldId="260"/>
            <ac:picMk id="15" creationId="{19B7CE4E-E1D0-F004-A57C-EB6031522E48}"/>
          </ac:picMkLst>
        </pc:picChg>
        <pc:picChg chg="add mod">
          <ac:chgData name="(Student  C00290950) Ihor Melashchenko" userId="af8c1d4a-647d-4f41-a1fe-c9ec24e6bc8e" providerId="ADAL" clId="{D64AD54D-5664-5F07-AFB1-54E630582E64}" dt="2025-10-23T18:00:47.516" v="911" actId="1076"/>
          <ac:picMkLst>
            <pc:docMk/>
            <pc:sldMk cId="3541232546" sldId="260"/>
            <ac:picMk id="17" creationId="{67FF8143-021A-821A-E514-047980DE1FAF}"/>
          </ac:picMkLst>
        </pc:picChg>
      </pc:sldChg>
      <pc:sldChg chg="addSp modSp new mod modTransition modAnim modNotesTx">
        <pc:chgData name="(Student  C00290950) Ihor Melashchenko" userId="af8c1d4a-647d-4f41-a1fe-c9ec24e6bc8e" providerId="ADAL" clId="{D64AD54D-5664-5F07-AFB1-54E630582E64}" dt="2025-10-23T19:01:17.445" v="6153" actId="20577"/>
        <pc:sldMkLst>
          <pc:docMk/>
          <pc:sldMk cId="42953212" sldId="261"/>
        </pc:sldMkLst>
        <pc:spChg chg="mod">
          <ac:chgData name="(Student  C00290950) Ihor Melashchenko" userId="af8c1d4a-647d-4f41-a1fe-c9ec24e6bc8e" providerId="ADAL" clId="{D64AD54D-5664-5F07-AFB1-54E630582E64}" dt="2025-10-23T17:43:54.590" v="816" actId="20577"/>
          <ac:spMkLst>
            <pc:docMk/>
            <pc:sldMk cId="42953212" sldId="261"/>
            <ac:spMk id="2" creationId="{1B7AAEC5-DAE2-9B9C-6826-5C211D435016}"/>
          </ac:spMkLst>
        </pc:spChg>
        <pc:spChg chg="mod">
          <ac:chgData name="(Student  C00290950) Ihor Melashchenko" userId="af8c1d4a-647d-4f41-a1fe-c9ec24e6bc8e" providerId="ADAL" clId="{D64AD54D-5664-5F07-AFB1-54E630582E64}" dt="2025-10-23T16:56:14.419" v="476" actId="1076"/>
          <ac:spMkLst>
            <pc:docMk/>
            <pc:sldMk cId="42953212" sldId="261"/>
            <ac:spMk id="3" creationId="{D2C627EE-F50E-3A62-D351-66996D7B90C4}"/>
          </ac:spMkLst>
        </pc:spChg>
        <pc:picChg chg="add mod">
          <ac:chgData name="(Student  C00290950) Ihor Melashchenko" userId="af8c1d4a-647d-4f41-a1fe-c9ec24e6bc8e" providerId="ADAL" clId="{D64AD54D-5664-5F07-AFB1-54E630582E64}" dt="2025-10-23T16:57:57.403" v="490" actId="1076"/>
          <ac:picMkLst>
            <pc:docMk/>
            <pc:sldMk cId="42953212" sldId="261"/>
            <ac:picMk id="5" creationId="{D3556374-4A5F-0C06-3F89-4188A7F0C82D}"/>
          </ac:picMkLst>
        </pc:picChg>
        <pc:picChg chg="add mod">
          <ac:chgData name="(Student  C00290950) Ihor Melashchenko" userId="af8c1d4a-647d-4f41-a1fe-c9ec24e6bc8e" providerId="ADAL" clId="{D64AD54D-5664-5F07-AFB1-54E630582E64}" dt="2025-10-23T16:57:55.039" v="489" actId="1076"/>
          <ac:picMkLst>
            <pc:docMk/>
            <pc:sldMk cId="42953212" sldId="261"/>
            <ac:picMk id="7" creationId="{179F792F-A44B-A17A-F4C9-3E4798E6D84A}"/>
          </ac:picMkLst>
        </pc:picChg>
      </pc:sldChg>
      <pc:sldChg chg="del">
        <pc:chgData name="(Student  C00290950) Ihor Melashchenko" userId="af8c1d4a-647d-4f41-a1fe-c9ec24e6bc8e" providerId="ADAL" clId="{D64AD54D-5664-5F07-AFB1-54E630582E64}" dt="2025-10-23T15:49:22.557" v="35" actId="2696"/>
        <pc:sldMkLst>
          <pc:docMk/>
          <pc:sldMk cId="457829019" sldId="261"/>
        </pc:sldMkLst>
      </pc:sldChg>
      <pc:sldChg chg="del">
        <pc:chgData name="(Student  C00290950) Ihor Melashchenko" userId="af8c1d4a-647d-4f41-a1fe-c9ec24e6bc8e" providerId="ADAL" clId="{D64AD54D-5664-5F07-AFB1-54E630582E64}" dt="2025-10-23T15:49:22.600" v="36" actId="2696"/>
        <pc:sldMkLst>
          <pc:docMk/>
          <pc:sldMk cId="2103022183" sldId="262"/>
        </pc:sldMkLst>
      </pc:sldChg>
      <pc:sldChg chg="modSp new mod modTransition modNotesTx">
        <pc:chgData name="(Student  C00290950) Ihor Melashchenko" userId="af8c1d4a-647d-4f41-a1fe-c9ec24e6bc8e" providerId="ADAL" clId="{D64AD54D-5664-5F07-AFB1-54E630582E64}" dt="2025-10-23T19:02:37.820" v="6228" actId="20577"/>
        <pc:sldMkLst>
          <pc:docMk/>
          <pc:sldMk cId="4187009326" sldId="262"/>
        </pc:sldMkLst>
        <pc:spChg chg="mod">
          <ac:chgData name="(Student  C00290950) Ihor Melashchenko" userId="af8c1d4a-647d-4f41-a1fe-c9ec24e6bc8e" providerId="ADAL" clId="{D64AD54D-5664-5F07-AFB1-54E630582E64}" dt="2025-10-23T17:42:50.604" v="780" actId="20577"/>
          <ac:spMkLst>
            <pc:docMk/>
            <pc:sldMk cId="4187009326" sldId="262"/>
            <ac:spMk id="2" creationId="{EA8678A0-442D-AC2D-60D1-4471A42104E7}"/>
          </ac:spMkLst>
        </pc:spChg>
        <pc:spChg chg="mod">
          <ac:chgData name="(Student  C00290950) Ihor Melashchenko" userId="af8c1d4a-647d-4f41-a1fe-c9ec24e6bc8e" providerId="ADAL" clId="{D64AD54D-5664-5F07-AFB1-54E630582E64}" dt="2025-10-23T17:46:08.578" v="842" actId="1076"/>
          <ac:spMkLst>
            <pc:docMk/>
            <pc:sldMk cId="4187009326" sldId="262"/>
            <ac:spMk id="3" creationId="{42CCA75A-80CA-B1A6-D57B-20D671A4838B}"/>
          </ac:spMkLst>
        </pc:spChg>
      </pc:sldChg>
      <pc:sldChg chg="del">
        <pc:chgData name="(Student  C00290950) Ihor Melashchenko" userId="af8c1d4a-647d-4f41-a1fe-c9ec24e6bc8e" providerId="ADAL" clId="{D64AD54D-5664-5F07-AFB1-54E630582E64}" dt="2025-10-23T15:49:22.607" v="37" actId="2696"/>
        <pc:sldMkLst>
          <pc:docMk/>
          <pc:sldMk cId="1448769674" sldId="263"/>
        </pc:sldMkLst>
      </pc:sldChg>
      <pc:sldChg chg="del">
        <pc:chgData name="(Student  C00290950) Ihor Melashchenko" userId="af8c1d4a-647d-4f41-a1fe-c9ec24e6bc8e" providerId="ADAL" clId="{D64AD54D-5664-5F07-AFB1-54E630582E64}" dt="2025-10-23T15:49:22.662" v="38" actId="2696"/>
        <pc:sldMkLst>
          <pc:docMk/>
          <pc:sldMk cId="4078288111" sldId="264"/>
        </pc:sldMkLst>
      </pc:sldChg>
      <pc:sldMasterChg chg="setBg modSldLayout">
        <pc:chgData name="(Student  C00290950) Ihor Melashchenko" userId="af8c1d4a-647d-4f41-a1fe-c9ec24e6bc8e" providerId="ADAL" clId="{D64AD54D-5664-5F07-AFB1-54E630582E64}" dt="2025-10-23T15:48:06.598" v="30"/>
        <pc:sldMasterMkLst>
          <pc:docMk/>
          <pc:sldMasterMk cId="1128958346" sldId="2147483648"/>
        </pc:sldMasterMkLst>
        <pc:sldLayoutChg chg="setBg">
          <pc:chgData name="(Student  C00290950) Ihor Melashchenko" userId="af8c1d4a-647d-4f41-a1fe-c9ec24e6bc8e" providerId="ADAL" clId="{D64AD54D-5664-5F07-AFB1-54E630582E64}" dt="2025-10-23T15:48:06.598" v="30"/>
          <pc:sldLayoutMkLst>
            <pc:docMk/>
            <pc:sldMasterMk cId="1128958346" sldId="2147483648"/>
            <pc:sldLayoutMk cId="1325404559" sldId="2147483649"/>
          </pc:sldLayoutMkLst>
        </pc:sldLayoutChg>
        <pc:sldLayoutChg chg="setBg">
          <pc:chgData name="(Student  C00290950) Ihor Melashchenko" userId="af8c1d4a-647d-4f41-a1fe-c9ec24e6bc8e" providerId="ADAL" clId="{D64AD54D-5664-5F07-AFB1-54E630582E64}" dt="2025-10-23T15:48:06.598" v="30"/>
          <pc:sldLayoutMkLst>
            <pc:docMk/>
            <pc:sldMasterMk cId="1128958346" sldId="2147483648"/>
            <pc:sldLayoutMk cId="162850991" sldId="2147483650"/>
          </pc:sldLayoutMkLst>
        </pc:sldLayoutChg>
        <pc:sldLayoutChg chg="setBg">
          <pc:chgData name="(Student  C00290950) Ihor Melashchenko" userId="af8c1d4a-647d-4f41-a1fe-c9ec24e6bc8e" providerId="ADAL" clId="{D64AD54D-5664-5F07-AFB1-54E630582E64}" dt="2025-10-23T15:48:06.598" v="30"/>
          <pc:sldLayoutMkLst>
            <pc:docMk/>
            <pc:sldMasterMk cId="1128958346" sldId="2147483648"/>
            <pc:sldLayoutMk cId="2785646542" sldId="2147483651"/>
          </pc:sldLayoutMkLst>
        </pc:sldLayoutChg>
        <pc:sldLayoutChg chg="setBg">
          <pc:chgData name="(Student  C00290950) Ihor Melashchenko" userId="af8c1d4a-647d-4f41-a1fe-c9ec24e6bc8e" providerId="ADAL" clId="{D64AD54D-5664-5F07-AFB1-54E630582E64}" dt="2025-10-23T15:48:06.598" v="30"/>
          <pc:sldLayoutMkLst>
            <pc:docMk/>
            <pc:sldMasterMk cId="1128958346" sldId="2147483648"/>
            <pc:sldLayoutMk cId="2621921359" sldId="2147483652"/>
          </pc:sldLayoutMkLst>
        </pc:sldLayoutChg>
        <pc:sldLayoutChg chg="setBg">
          <pc:chgData name="(Student  C00290950) Ihor Melashchenko" userId="af8c1d4a-647d-4f41-a1fe-c9ec24e6bc8e" providerId="ADAL" clId="{D64AD54D-5664-5F07-AFB1-54E630582E64}" dt="2025-10-23T15:48:06.598" v="30"/>
          <pc:sldLayoutMkLst>
            <pc:docMk/>
            <pc:sldMasterMk cId="1128958346" sldId="2147483648"/>
            <pc:sldLayoutMk cId="1142542873" sldId="2147483653"/>
          </pc:sldLayoutMkLst>
        </pc:sldLayoutChg>
        <pc:sldLayoutChg chg="setBg">
          <pc:chgData name="(Student  C00290950) Ihor Melashchenko" userId="af8c1d4a-647d-4f41-a1fe-c9ec24e6bc8e" providerId="ADAL" clId="{D64AD54D-5664-5F07-AFB1-54E630582E64}" dt="2025-10-23T15:48:06.598" v="30"/>
          <pc:sldLayoutMkLst>
            <pc:docMk/>
            <pc:sldMasterMk cId="1128958346" sldId="2147483648"/>
            <pc:sldLayoutMk cId="1973780453" sldId="2147483654"/>
          </pc:sldLayoutMkLst>
        </pc:sldLayoutChg>
        <pc:sldLayoutChg chg="setBg">
          <pc:chgData name="(Student  C00290950) Ihor Melashchenko" userId="af8c1d4a-647d-4f41-a1fe-c9ec24e6bc8e" providerId="ADAL" clId="{D64AD54D-5664-5F07-AFB1-54E630582E64}" dt="2025-10-23T15:48:06.598" v="30"/>
          <pc:sldLayoutMkLst>
            <pc:docMk/>
            <pc:sldMasterMk cId="1128958346" sldId="2147483648"/>
            <pc:sldLayoutMk cId="2451511323" sldId="2147483655"/>
          </pc:sldLayoutMkLst>
        </pc:sldLayoutChg>
        <pc:sldLayoutChg chg="setBg">
          <pc:chgData name="(Student  C00290950) Ihor Melashchenko" userId="af8c1d4a-647d-4f41-a1fe-c9ec24e6bc8e" providerId="ADAL" clId="{D64AD54D-5664-5F07-AFB1-54E630582E64}" dt="2025-10-23T15:48:06.598" v="30"/>
          <pc:sldLayoutMkLst>
            <pc:docMk/>
            <pc:sldMasterMk cId="1128958346" sldId="2147483648"/>
            <pc:sldLayoutMk cId="3902953157" sldId="2147483656"/>
          </pc:sldLayoutMkLst>
        </pc:sldLayoutChg>
        <pc:sldLayoutChg chg="setBg">
          <pc:chgData name="(Student  C00290950) Ihor Melashchenko" userId="af8c1d4a-647d-4f41-a1fe-c9ec24e6bc8e" providerId="ADAL" clId="{D64AD54D-5664-5F07-AFB1-54E630582E64}" dt="2025-10-23T15:48:06.598" v="30"/>
          <pc:sldLayoutMkLst>
            <pc:docMk/>
            <pc:sldMasterMk cId="1128958346" sldId="2147483648"/>
            <pc:sldLayoutMk cId="1427637327" sldId="2147483657"/>
          </pc:sldLayoutMkLst>
        </pc:sldLayoutChg>
        <pc:sldLayoutChg chg="setBg">
          <pc:chgData name="(Student  C00290950) Ihor Melashchenko" userId="af8c1d4a-647d-4f41-a1fe-c9ec24e6bc8e" providerId="ADAL" clId="{D64AD54D-5664-5F07-AFB1-54E630582E64}" dt="2025-10-23T15:48:06.598" v="30"/>
          <pc:sldLayoutMkLst>
            <pc:docMk/>
            <pc:sldMasterMk cId="1128958346" sldId="2147483648"/>
            <pc:sldLayoutMk cId="35367254" sldId="2147483658"/>
          </pc:sldLayoutMkLst>
        </pc:sldLayoutChg>
        <pc:sldLayoutChg chg="setBg">
          <pc:chgData name="(Student  C00290950) Ihor Melashchenko" userId="af8c1d4a-647d-4f41-a1fe-c9ec24e6bc8e" providerId="ADAL" clId="{D64AD54D-5664-5F07-AFB1-54E630582E64}" dt="2025-10-23T15:48:06.598" v="30"/>
          <pc:sldLayoutMkLst>
            <pc:docMk/>
            <pc:sldMasterMk cId="1128958346" sldId="2147483648"/>
            <pc:sldLayoutMk cId="2215104746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301F9-933A-3A4D-AA0D-F97DCD437471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4B89F-AB52-EB40-887D-0B676A391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3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morning!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name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Ihor Melashchenko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 am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final-year Software Development student at SETU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 will be presenting my final-year project —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University App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(please note that the name is not yet finalized and might change in the future).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started as a simple idea — which I’ll reveal in a moment — back when I was in my second year.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it quickly evolved into something much bigger: a platform designed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 every part of student life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from academic information to campus services — all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60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let’s look at the current problems that exist within the university.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have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fragmented systems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Currently, students are faced with multiple disconnected tools: Blackboard on the Carlow campus, Moodle on the Waterford campus, an outdated proprietary website for timetables, and a separate app for accessing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printing services.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fragmented systems make it hard to engage effectively with university services.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there are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logins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each system requires a different way of accessing it and a different interface.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there’s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limited integration between systems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They have little to no integration with each other, creating inconvenience for both students and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9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how can we solve these problems?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up with the next motto: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“One App. One Login. One Student Experience.”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explore the concept further, I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surveyed students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conducted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developed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prototype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initial implementation of the University App will be available on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iPhones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version — iOS, Android, and Web — will be built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natively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ensure the best possible user experience.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approach requires using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technologies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each platform, but it guarantees performance and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17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take a look at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features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University App.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interactive timetable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helps students track their classes and avoid missing lectures.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assignment tracker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using which, students will never miss a deadline.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campus map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will be particularly useful for the first-year students.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customizable profiles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elements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gamification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encouraging engagement and motivation.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note that this list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yet finalized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features may evolve as development continues.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3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might be thinking that the app, as described so far, is useful but not yet truly innovative.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let me introduce the main and most exciting feature —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 Student 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feature is comprehensive, so I will only highlight the key points: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ID uses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time-limited QR code or barcode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can be scanned for verification — for example, when entering the library or accessing on-campus services.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can also verify each other’s IDs directly within the app.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provides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 and sustainable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alternative to plastic cards.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feature is what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inspired the entire project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representing both innovation and practicality in a modern university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16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technical perspective, the app will be developed in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Swift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the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SwiftUI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framework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backend will be written in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exposing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RESTful APIs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the mobile and web apps will access.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will be securely stored in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 database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backend will run in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containers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orchestrated with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scalability.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architecture is designed to be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future-proof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enabling easy expansion to Android and Web versions.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note that the technology stack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fixed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may evolve as the project progresses.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34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for your attention!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vision for the future is to expand the University App to include more campus services — such as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gym access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 voting system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deeper integration with on-campus services.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 also has the potential to be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adopted by other higher-education institutions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Ireland and beyond.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I’d be happy to answer any questions or hear your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4B89F-AB52-EB40-887D-0B676A391F0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48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A611F-E8C4-D231-F3E3-A20EFD03D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26FB5-DD22-5B60-59CC-EA0E76545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9F201-B727-3411-F663-DBD774FE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50AEF-96BB-5785-FA49-12118818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5A318-7253-CD6C-7A68-0B2FA83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0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8C04C-36E9-3ADF-9C5A-43663A79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100F-D2E3-30AB-CB5D-95D2AE9B6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DF71E-0CAD-D22E-6DC6-4DB0E93B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B4773-893F-A9A4-C42F-D33B9C949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6D2DA-0F4F-88E1-A746-C1AB1D96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2C46-C2E0-1A66-22D7-29FDABEC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E75F9-36CC-5689-3209-43572081C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458BF-FE43-241F-2C1F-E9A92E68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08A48-3EA8-2A47-C0FD-6E8BB5FB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A4D5C-9B19-117B-F36E-56866FAF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4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C33B-DE3D-9274-4F10-4691FA7E1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AAAF1-7DB1-7E5A-9606-AF66660A3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4ABEA-9ED8-E22B-3CA6-19B7E65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3FE77-D98D-6518-EA7E-FA646BD7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42A49-130C-4B19-2B7D-AD56DA5C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88B62-47D4-1C24-A517-2D78338D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2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5DC6-4CE4-5909-BB31-536964D39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6CD08-416B-915A-64F4-CF409D8C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BF0EA-A7B6-C090-1F0B-25647D27E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D16D3-5D24-F28C-C642-55226ADC4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42AA5-EC6A-9AC9-803F-D8188C217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8447BE-9BD4-01E1-0655-1206928E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1EA9A8-7BD8-AFB4-9A74-E5FB8E141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AB9F6C-907B-6295-9BB5-042D69E1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4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98E35-9A56-3A31-EFDC-CA3990F84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788076-4C3D-70C3-F124-947D1B25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A50E5-F2B6-1E8C-9613-F5B78044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F8E8A-72F6-A5FA-3A54-3F40F8E4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80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A12597-FC2D-6D38-361E-BC8636E0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33FA9-7A06-E0FB-028D-68438839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8835B-3AF1-BE30-30CB-267F102C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1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AD96C-2D31-D26A-E507-C55A193F1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42648-1391-7779-EC14-AF57A83B0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F25C8-1C30-9B65-9D53-241548547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41777-1F3E-AE58-7B89-71481AAA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15F18-35CC-3484-9A58-7005C91E9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253C1-8C96-13B9-981B-45C4F349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53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588A7-5F56-5FC7-A8F5-600275A9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1F94B0-6078-33A0-886F-FF12F9A87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0A8F6-955E-E4EF-6574-73B57E6F7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A34A4-032E-8027-29A6-1754C8A4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9063E-03E0-11CE-8BBF-916CB9F8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B34B3-FC8E-671B-EF86-51418264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37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1A2B-BE79-2882-3C97-78650721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8709E-026C-5DF5-311F-F763327BA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7CB56-6DF9-9E2F-5D65-965745C2B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0111D-2B45-3E40-683A-01F111B1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55A6D-139B-E200-4DDE-7B77FC09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0DAC92-6877-EF52-7EAC-8EA435569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6BE7B-0B35-CDCE-7A50-0E7F28DC2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DE12A-C02D-FCE8-C7B9-77D47A9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D42D-80CB-C64D-847D-44D9D4C9C947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96B77-55C8-0020-1126-D1D03CA7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86989-9EEA-F138-702D-1961600C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0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752A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3E1ECF-76AF-3293-2173-DC2E84F4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86143-139A-BEFF-CAC8-8D498D130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F394E-F173-DEEA-B93E-927B50B33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BD42D-80CB-C64D-847D-44D9D4C9C947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EA5D8-8C24-D40F-AA0C-7A9EB4DC2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35FF2-7B5F-8DB2-6ECF-115CFEEA3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C93ED-6E50-2D40-A0BE-0FB230EF21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5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7ED22-634D-FDF3-3598-511CA8F96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82145"/>
            <a:ext cx="9144000" cy="927818"/>
          </a:xfrm>
          <a:noFill/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University App 🎓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33249-1022-772F-711A-1E4F542D8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082" y="3690067"/>
            <a:ext cx="10023835" cy="1034129"/>
          </a:xfrm>
        </p:spPr>
        <p:txBody>
          <a:bodyPr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  <a:latin typeface="SF Pro Light" pitchFamily="2" charset="0"/>
                <a:ea typeface="SF Pro Light" pitchFamily="2" charset="0"/>
                <a:cs typeface="SF Pro Light" pitchFamily="2" charset="0"/>
              </a:rPr>
              <a:t>Prepared by</a:t>
            </a:r>
            <a:br>
              <a:rPr lang="en-US" sz="2000" i="1" dirty="0">
                <a:solidFill>
                  <a:schemeClr val="bg1"/>
                </a:solidFill>
                <a:latin typeface="SF Pro Light" pitchFamily="2" charset="0"/>
                <a:ea typeface="SF Pro Light" pitchFamily="2" charset="0"/>
                <a:cs typeface="SF Pro Light" pitchFamily="2" charset="0"/>
              </a:rPr>
            </a:br>
            <a:br>
              <a:rPr lang="en-US" dirty="0">
                <a:solidFill>
                  <a:schemeClr val="bg1"/>
                </a:solidFill>
                <a:latin typeface="SF Pro Light" pitchFamily="2" charset="0"/>
                <a:ea typeface="SF Pro Light" pitchFamily="2" charset="0"/>
                <a:cs typeface="SF Pro Light" pitchFamily="2" charset="0"/>
              </a:rPr>
            </a:br>
            <a:r>
              <a:rPr lang="en-US" dirty="0">
                <a:solidFill>
                  <a:schemeClr val="bg1"/>
                </a:solidFill>
                <a:latin typeface="SF Pro Light" pitchFamily="2" charset="0"/>
                <a:ea typeface="SF Pro Light" pitchFamily="2" charset="0"/>
                <a:cs typeface="SF Pro Light" pitchFamily="2" charset="0"/>
              </a:rPr>
              <a:t>Ihor Melashchenko (C00290950), Software Development, Year 4</a:t>
            </a:r>
          </a:p>
        </p:txBody>
      </p:sp>
    </p:spTree>
    <p:extLst>
      <p:ext uri="{BB962C8B-B14F-4D97-AF65-F5344CB8AC3E}">
        <p14:creationId xmlns:p14="http://schemas.microsoft.com/office/powerpoint/2010/main" val="162845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F121-2459-50D3-A299-DF2BE3C1F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💔 </a:t>
            </a:r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Current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F1E35-4215-5D2D-1811-BB9285521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88085" cy="1512209"/>
          </a:xfr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Fragmented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Multiple logins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Limited integration between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A10C7C-FCCC-27D5-82E5-0633D1EAD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54241">
            <a:off x="1087185" y="3951187"/>
            <a:ext cx="2036251" cy="19642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A190F2-130C-F586-4094-9484D55CE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369521">
            <a:off x="4528820" y="3711076"/>
            <a:ext cx="1965960" cy="19659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69E217-1F81-F1E1-FEFD-8430B37E8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7307">
            <a:off x="7981379" y="4166529"/>
            <a:ext cx="3137169" cy="15288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938D7A-090D-CA7A-1405-39437CF71C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579905">
            <a:off x="7275380" y="871243"/>
            <a:ext cx="4549164" cy="118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81517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13C1-7A08-2656-31A3-DA41EE704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F Pro Heavy" pitchFamily="2" charset="0"/>
                <a:ea typeface="SF Pro Heavy" pitchFamily="2" charset="0"/>
                <a:cs typeface="SF Pro Heavy" pitchFamily="2" charset="0"/>
              </a:rPr>
              <a:t>💡 </a:t>
            </a:r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C9A3E-20D1-EC2F-4DC1-229B611E7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922"/>
            <a:ext cx="10515600" cy="535531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i="1" dirty="0">
                <a:solidFill>
                  <a:schemeClr val="bg1"/>
                </a:solidFill>
                <a:latin typeface="SF Pro Light" pitchFamily="2" charset="0"/>
                <a:ea typeface="SF Pro Light" pitchFamily="2" charset="0"/>
                <a:cs typeface="SF Pro Light" pitchFamily="2" charset="0"/>
              </a:rPr>
              <a:t>“One App. One Login. One Student Experience.”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0F2C0C-D35E-4B58-2F00-51BA305E7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503" y="1958453"/>
            <a:ext cx="2280994" cy="464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27430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E9F8-2CC4-7275-F8A6-D90E2453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✨ 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127ED-3F5F-D417-838C-04DDCFF71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51360" cy="2544286"/>
          </a:xfr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Interactive Timetable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Assignment Tracker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Campus Map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Profile &amp; Personalization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And More…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9BF4A4-2321-F8B3-6CAC-F5DF4C6B1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74454">
            <a:off x="9248070" y="751135"/>
            <a:ext cx="1371600" cy="13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661067-8CFF-B6ED-F5DE-E32BA04FC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359444">
            <a:off x="6395574" y="1256570"/>
            <a:ext cx="1371600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9BCE42-8099-1D2B-A0FE-3D22278B5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96538">
            <a:off x="9647176" y="3417606"/>
            <a:ext cx="1371600" cy="1371600"/>
          </a:xfrm>
          <a:prstGeom prst="rect">
            <a:avLst/>
          </a:prstGeom>
        </p:spPr>
      </p:pic>
      <p:pic>
        <p:nvPicPr>
          <p:cNvPr id="11" name="Picture 10" descr="A blue silhouette of a person&#10;&#10;AI-generated content may be incorrect.">
            <a:extLst>
              <a:ext uri="{FF2B5EF4-FFF2-40B4-BE49-F238E27FC236}">
                <a16:creationId xmlns:a16="http://schemas.microsoft.com/office/drawing/2014/main" id="{A10CDB16-31FB-3803-7D61-483D581E32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948625">
            <a:off x="6670309" y="4242564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324184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AEC5-DAE2-9B9C-6826-5C211D43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🤯 One More Thing…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627EE-F50E-3A62-D351-66996D7B9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222"/>
            <a:ext cx="10515600" cy="590931"/>
          </a:xfrm>
        </p:spPr>
        <p:txBody>
          <a:bodyPr>
            <a:sp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Digital Student 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56374-4A5F-0C06-3F89-4188A7F0C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481" y="1986153"/>
            <a:ext cx="2279519" cy="4645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9F792F-A44B-A17A-F4C9-3E4798E6D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86153"/>
            <a:ext cx="2279519" cy="4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53212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F107-4B24-14B4-201A-7CB6DE56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🛠️ Architecture &amp; Technologies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5FF33A-0EED-EAFE-B4CC-3954EEA97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17320" y="1690688"/>
            <a:ext cx="2286000" cy="2286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5ABF78-6458-6E22-CE79-4E74C0516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690688"/>
            <a:ext cx="2286000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26E366-4B9C-F91F-C9E1-4259AEC10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703" y="4113848"/>
            <a:ext cx="2011680" cy="201168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1EE969-7183-4652-CF0B-A69D6E05CB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4113848"/>
            <a:ext cx="2011680" cy="20116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B7CE4E-E1D0-F004-A57C-EB6031522E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827848"/>
            <a:ext cx="2011680" cy="20116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FF8143-021A-821A-E514-047980DE1F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9006" y="1827848"/>
            <a:ext cx="201168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32546"/>
      </p:ext>
    </p:extLst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78A0-442D-AC2D-60D1-4471A421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SF Pro Heavy" pitchFamily="2" charset="0"/>
                <a:ea typeface="SF Pro Heavy" pitchFamily="2" charset="0"/>
                <a:cs typeface="SF Pro Heavy" pitchFamily="2" charset="0"/>
              </a:rPr>
              <a:t>🙏 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CA75A-80CA-B1A6-D57B-20D671A48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400" y="3104327"/>
            <a:ext cx="4521200" cy="649345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  <a:latin typeface="SF Pro Semibold" pitchFamily="2" charset="0"/>
                <a:ea typeface="SF Pro Semibold" pitchFamily="2" charset="0"/>
                <a:cs typeface="SF Pro Semibold" pitchFamily="2" charset="0"/>
              </a:rPr>
              <a:t>Any Questions? 🤔</a:t>
            </a:r>
          </a:p>
        </p:txBody>
      </p:sp>
    </p:spTree>
    <p:extLst>
      <p:ext uri="{BB962C8B-B14F-4D97-AF65-F5344CB8AC3E}">
        <p14:creationId xmlns:p14="http://schemas.microsoft.com/office/powerpoint/2010/main" val="4187009326"/>
      </p:ext>
    </p:extLst>
  </p:cSld>
  <p:clrMapOvr>
    <a:masterClrMapping/>
  </p:clrMapOvr>
  <p:transition spd="slow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792</Words>
  <Application>Microsoft Macintosh PowerPoint</Application>
  <PresentationFormat>Widescreen</PresentationFormat>
  <Paragraphs>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SF Pro</vt:lpstr>
      <vt:lpstr>SF Pro Heavy</vt:lpstr>
      <vt:lpstr>SF Pro Light</vt:lpstr>
      <vt:lpstr>SF Pro Semibold</vt:lpstr>
      <vt:lpstr>Office Theme</vt:lpstr>
      <vt:lpstr>University App 🎓</vt:lpstr>
      <vt:lpstr>💔 Current Problems</vt:lpstr>
      <vt:lpstr>💡 Solution</vt:lpstr>
      <vt:lpstr>✨ Core Features</vt:lpstr>
      <vt:lpstr>🤯 One More Thing…</vt:lpstr>
      <vt:lpstr>🛠️ Architecture &amp; Technologies</vt:lpstr>
      <vt:lpstr>🙏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(Student  C00290950) Ihor Melashchenko</dc:creator>
  <cp:lastModifiedBy>(Student  C00290950) Ihor Melashchenko</cp:lastModifiedBy>
  <cp:revision>1</cp:revision>
  <dcterms:created xsi:type="dcterms:W3CDTF">2025-10-20T11:33:45Z</dcterms:created>
  <dcterms:modified xsi:type="dcterms:W3CDTF">2025-10-24T07:52:30Z</dcterms:modified>
</cp:coreProperties>
</file>